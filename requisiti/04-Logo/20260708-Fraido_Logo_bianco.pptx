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03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0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4803ebc1d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e4803ebc1d_1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g3e4803ebc1d_1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3971404a4_2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3971404a4_2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g3f3971404a4_2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4"/>
          <p:cNvGrpSpPr/>
          <p:nvPr/>
        </p:nvGrpSpPr>
        <p:grpSpPr>
          <a:xfrm>
            <a:off x="1552292" y="1358175"/>
            <a:ext cx="6039420" cy="2427151"/>
            <a:chOff x="2419725" y="609600"/>
            <a:chExt cx="2865000" cy="1151400"/>
          </a:xfrm>
        </p:grpSpPr>
        <p:sp>
          <p:nvSpPr>
            <p:cNvPr id="57" name="Google Shape;57;p14"/>
            <p:cNvSpPr/>
            <p:nvPr/>
          </p:nvSpPr>
          <p:spPr>
            <a:xfrm>
              <a:off x="2419725" y="609600"/>
              <a:ext cx="2865000" cy="1151400"/>
            </a:xfrm>
            <a:prstGeom prst="roundRect">
              <a:avLst>
                <a:gd fmla="val 16667" name="adj"/>
              </a:avLst>
            </a:prstGeom>
            <a:noFill/>
            <a:ln cap="flat" cmpd="sng" w="91400">
              <a:solidFill>
                <a:srgbClr val="0C28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775" lIns="109775" spcFirstLastPara="1" rIns="109775" wrap="square" tIns="109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39"/>
                <a:buFont typeface="Arial"/>
                <a:buNone/>
              </a:pPr>
              <a:r>
                <a:t/>
              </a:r>
              <a:endParaRPr b="1" i="0" sz="8038" u="none" cap="none" strike="noStrike">
                <a:solidFill>
                  <a:schemeClr val="l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2684325" y="785700"/>
              <a:ext cx="2335800" cy="7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775" lIns="109775" spcFirstLastPara="1" rIns="109775" wrap="square" tIns="109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40"/>
                <a:buFont typeface="Arial"/>
                <a:buNone/>
              </a:pPr>
              <a:r>
                <a:rPr b="1" i="0" lang="it" sz="9839" u="none" cap="none" strike="noStrike">
                  <a:solidFill>
                    <a:srgbClr val="0C28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Fraido</a:t>
              </a:r>
              <a:endParaRPr b="1" i="0" sz="9839" u="none" cap="none" strike="noStrike">
                <a:solidFill>
                  <a:srgbClr val="0C283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5"/>
          <p:cNvGrpSpPr/>
          <p:nvPr/>
        </p:nvGrpSpPr>
        <p:grpSpPr>
          <a:xfrm>
            <a:off x="1552292" y="1358175"/>
            <a:ext cx="6039420" cy="2427151"/>
            <a:chOff x="2419725" y="609600"/>
            <a:chExt cx="2865000" cy="1151400"/>
          </a:xfrm>
        </p:grpSpPr>
        <p:sp>
          <p:nvSpPr>
            <p:cNvPr id="65" name="Google Shape;65;p15"/>
            <p:cNvSpPr/>
            <p:nvPr/>
          </p:nvSpPr>
          <p:spPr>
            <a:xfrm>
              <a:off x="2419725" y="609600"/>
              <a:ext cx="2865000" cy="1151400"/>
            </a:xfrm>
            <a:prstGeom prst="roundRect">
              <a:avLst>
                <a:gd fmla="val 16667" name="adj"/>
              </a:avLst>
            </a:prstGeom>
            <a:noFill/>
            <a:ln cap="flat" cmpd="sng" w="91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775" lIns="109775" spcFirstLastPara="1" rIns="109775" wrap="square" tIns="109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39"/>
                <a:buFont typeface="Arial"/>
                <a:buNone/>
              </a:pPr>
              <a:r>
                <a:t/>
              </a:r>
              <a:endParaRPr b="1" i="0" sz="8038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" name="Google Shape;66;p15"/>
            <p:cNvSpPr txBox="1"/>
            <p:nvPr/>
          </p:nvSpPr>
          <p:spPr>
            <a:xfrm>
              <a:off x="2684325" y="785700"/>
              <a:ext cx="2335800" cy="7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775" lIns="109775" spcFirstLastPara="1" rIns="109775" wrap="square" tIns="109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40"/>
                <a:buFont typeface="Arial"/>
                <a:buNone/>
              </a:pPr>
              <a:r>
                <a:rPr b="1" i="0" lang="it" sz="9839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Fraido</a:t>
              </a:r>
              <a:endParaRPr b="1" i="0" sz="9839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