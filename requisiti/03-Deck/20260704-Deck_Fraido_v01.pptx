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Montserrat"/>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448">
          <p15:clr>
            <a:srgbClr val="747775"/>
          </p15:clr>
        </p15:guide>
        <p15:guide id="2" pos="600">
          <p15:clr>
            <a:srgbClr val="747775"/>
          </p15:clr>
        </p15:guide>
        <p15:guide id="3" pos="3868">
          <p15:clr>
            <a:srgbClr val="747775"/>
          </p15:clr>
        </p15:guide>
        <p15:guide id="4" orient="horz" pos="510">
          <p15:clr>
            <a:srgbClr val="747775"/>
          </p15:clr>
        </p15:guide>
        <p15:guide id="5" pos="315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p:guide pos="600"/>
        <p:guide pos="3868"/>
        <p:guide pos="510" orient="horz"/>
        <p:guide pos="315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Montserrat-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0939ea147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g3f0939ea147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 name="Google Shape;54;g3f0939ea147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0fb294bf2_9_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g3f0fb294bf2_9_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 name="Google Shape;64;g3f0fb294bf2_9_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0939ea147_0_14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f0939ea147_0_143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g3f0939ea147_0_143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0939ea147_0_25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f0939ea147_0_251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g3f0939ea147_0_251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0939ea147_0_15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g3f0939ea147_0_152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3f0939ea147_0_152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0e61decc5_0_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f0e61decc5_0_1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3f0e61decc5_0_1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0939ea147_0_16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f0939ea147_0_166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g3f0939ea147_0_166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0939ea147_0_179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f0939ea147_0_179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it">
                <a:solidFill>
                  <a:schemeClr val="dk1"/>
                </a:solidFill>
              </a:rPr>
              <a:t>I’m a Materials Engineer, graduated here at Politecnico di Milano.</a:t>
            </a:r>
            <a:br>
              <a:rPr lang="it">
                <a:solidFill>
                  <a:schemeClr val="dk1"/>
                </a:solidFill>
              </a:rPr>
            </a:br>
            <a:r>
              <a:rPr lang="it">
                <a:solidFill>
                  <a:schemeClr val="dk1"/>
                </a:solidFill>
              </a:rPr>
              <a:t>Before founding Fraido, I worked at OHB Italia, an aerospace company, where I was involved in projects characterized by long development timelines, high technical complexity, and strict regulatory constraints. This experience translates directly to Fraido, where structured development, risk management, and regulatory discipline are essential from the very beginning.</a:t>
            </a:r>
            <a:endParaRPr>
              <a:solidFill>
                <a:schemeClr val="dk1"/>
              </a:solidFill>
            </a:endParaRPr>
          </a:p>
          <a:p>
            <a:pPr indent="0" lvl="0" marL="0" rtl="0" algn="l">
              <a:lnSpc>
                <a:spcPct val="115000"/>
              </a:lnSpc>
              <a:spcBef>
                <a:spcPts val="1200"/>
              </a:spcBef>
              <a:spcAft>
                <a:spcPts val="0"/>
              </a:spcAft>
              <a:buSzPts val="1100"/>
              <a:buNone/>
            </a:pPr>
            <a:r>
              <a:rPr lang="it">
                <a:solidFill>
                  <a:schemeClr val="dk1"/>
                </a:solidFill>
              </a:rPr>
              <a:t>Antonio, my co-founder, comes from a clinical background. He worked as a nurse, and it was through this experience that he identified a critical and unmet need in airway management. His background gives Fraido a direct and continuous connection to the clinicians who will ultimately use the device, allowing us to validate decisions early and design around real-world practice.</a:t>
            </a:r>
            <a:endParaRPr>
              <a:solidFill>
                <a:schemeClr val="dk1"/>
              </a:solidFill>
            </a:endParaRPr>
          </a:p>
          <a:p>
            <a:pPr indent="0" lvl="0" marL="0" rtl="0" algn="l">
              <a:lnSpc>
                <a:spcPct val="115000"/>
              </a:lnSpc>
              <a:spcBef>
                <a:spcPts val="1200"/>
              </a:spcBef>
              <a:spcAft>
                <a:spcPts val="0"/>
              </a:spcAft>
              <a:buSzPts val="1100"/>
              <a:buNone/>
            </a:pPr>
            <a:r>
              <a:rPr lang="it">
                <a:solidFill>
                  <a:schemeClr val="dk1"/>
                </a:solidFill>
              </a:rPr>
              <a:t>Supporting us is a group of clinical advisors, drawn directly from this network, who have already contributed significantly to the project’s development and provide Fraido with clinical credibility, guidance, and relevance.</a:t>
            </a:r>
            <a:endParaRPr/>
          </a:p>
          <a:p>
            <a:pPr indent="0" lvl="0" marL="0" rtl="0" algn="l">
              <a:lnSpc>
                <a:spcPct val="100000"/>
              </a:lnSpc>
              <a:spcBef>
                <a:spcPts val="1200"/>
              </a:spcBef>
              <a:spcAft>
                <a:spcPts val="0"/>
              </a:spcAft>
              <a:buSzPts val="1400"/>
              <a:buNone/>
            </a:pPr>
            <a:r>
              <a:t/>
            </a:r>
            <a:endParaRPr/>
          </a:p>
          <a:p>
            <a:pPr indent="0" lvl="0" marL="0" rtl="0" algn="l">
              <a:lnSpc>
                <a:spcPct val="100000"/>
              </a:lnSpc>
              <a:spcBef>
                <a:spcPts val="0"/>
              </a:spcBef>
              <a:spcAft>
                <a:spcPts val="0"/>
              </a:spcAft>
              <a:buSzPts val="1400"/>
              <a:buNone/>
            </a:pPr>
            <a:r>
              <a:rPr lang="it"/>
              <a:t>→ Next Slide →</a:t>
            </a:r>
            <a:endParaRPr/>
          </a:p>
        </p:txBody>
      </p:sp>
      <p:sp>
        <p:nvSpPr>
          <p:cNvPr id="276" name="Google Shape;276;g3f0939ea147_0_179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f0939ea147_0_27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f0939ea147_0_276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g3f0939ea147_0_276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0b83f6e35_2_6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3f0b83f6e35_2_6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g3f0b83f6e35_2_6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0939ea147_0_22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g3f0939ea147_0_224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f0939ea147_0_224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t"/>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8.png"/><Relationship Id="rId7"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55" name="Shape 55"/>
        <p:cNvGrpSpPr/>
        <p:nvPr/>
      </p:nvGrpSpPr>
      <p:grpSpPr>
        <a:xfrm>
          <a:off x="0" y="0"/>
          <a:ext cx="0" cy="0"/>
          <a:chOff x="0" y="0"/>
          <a:chExt cx="0" cy="0"/>
        </a:xfrm>
      </p:grpSpPr>
      <p:sp>
        <p:nvSpPr>
          <p:cNvPr id="56" name="Google Shape;56;p14"/>
          <p:cNvSpPr/>
          <p:nvPr/>
        </p:nvSpPr>
        <p:spPr>
          <a:xfrm>
            <a:off x="2277750" y="3379714"/>
            <a:ext cx="4588500" cy="7992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b="1" lang="it" sz="2400">
                <a:solidFill>
                  <a:srgbClr val="4699E6"/>
                </a:solidFill>
                <a:latin typeface="Cambria"/>
                <a:ea typeface="Cambria"/>
                <a:cs typeface="Cambria"/>
                <a:sym typeface="Cambria"/>
              </a:rPr>
              <a:t> Intubation </a:t>
            </a:r>
            <a:endParaRPr b="1" sz="2400">
              <a:solidFill>
                <a:srgbClr val="4699E6"/>
              </a:solidFill>
              <a:latin typeface="Cambria"/>
              <a:ea typeface="Cambria"/>
              <a:cs typeface="Cambria"/>
              <a:sym typeface="Cambria"/>
            </a:endParaRPr>
          </a:p>
          <a:p>
            <a:pPr indent="0" lvl="0" marL="0" rtl="0" algn="ctr">
              <a:lnSpc>
                <a:spcPct val="100000"/>
              </a:lnSpc>
              <a:spcBef>
                <a:spcPts val="0"/>
              </a:spcBef>
              <a:spcAft>
                <a:spcPts val="0"/>
              </a:spcAft>
              <a:buClr>
                <a:srgbClr val="4699E6"/>
              </a:buClr>
              <a:buSzPts val="1950"/>
              <a:buFont typeface="Arial"/>
              <a:buNone/>
            </a:pPr>
            <a:r>
              <a:rPr b="1" lang="it" sz="2400">
                <a:solidFill>
                  <a:srgbClr val="4699E6"/>
                </a:solidFill>
                <a:latin typeface="Cambria"/>
                <a:ea typeface="Cambria"/>
                <a:cs typeface="Cambria"/>
                <a:sym typeface="Cambria"/>
              </a:rPr>
              <a:t>Easy </a:t>
            </a:r>
            <a:r>
              <a:rPr lang="it" sz="2400">
                <a:solidFill>
                  <a:srgbClr val="4699E6"/>
                </a:solidFill>
                <a:latin typeface="Cambria"/>
                <a:ea typeface="Cambria"/>
                <a:cs typeface="Cambria"/>
                <a:sym typeface="Cambria"/>
              </a:rPr>
              <a:t>-</a:t>
            </a:r>
            <a:r>
              <a:rPr b="1" lang="it" sz="2400">
                <a:solidFill>
                  <a:srgbClr val="4699E6"/>
                </a:solidFill>
                <a:latin typeface="Cambria"/>
                <a:ea typeface="Cambria"/>
                <a:cs typeface="Cambria"/>
                <a:sym typeface="Cambria"/>
              </a:rPr>
              <a:t> Fast </a:t>
            </a:r>
            <a:r>
              <a:rPr lang="it" sz="2400">
                <a:solidFill>
                  <a:srgbClr val="4699E6"/>
                </a:solidFill>
                <a:latin typeface="Cambria"/>
                <a:ea typeface="Cambria"/>
                <a:cs typeface="Cambria"/>
                <a:sym typeface="Cambria"/>
              </a:rPr>
              <a:t>-</a:t>
            </a:r>
            <a:r>
              <a:rPr b="1" lang="it" sz="2400">
                <a:solidFill>
                  <a:srgbClr val="4699E6"/>
                </a:solidFill>
                <a:latin typeface="Cambria"/>
                <a:ea typeface="Cambria"/>
                <a:cs typeface="Cambria"/>
                <a:sym typeface="Cambria"/>
              </a:rPr>
              <a:t> Safe</a:t>
            </a:r>
            <a:endParaRPr b="1" sz="2400">
              <a:solidFill>
                <a:srgbClr val="4699E6"/>
              </a:solidFill>
              <a:latin typeface="Montserrat"/>
              <a:ea typeface="Montserrat"/>
              <a:cs typeface="Montserrat"/>
              <a:sym typeface="Montserrat"/>
            </a:endParaRPr>
          </a:p>
        </p:txBody>
      </p:sp>
      <p:grpSp>
        <p:nvGrpSpPr>
          <p:cNvPr id="57" name="Google Shape;57;p14"/>
          <p:cNvGrpSpPr/>
          <p:nvPr/>
        </p:nvGrpSpPr>
        <p:grpSpPr>
          <a:xfrm>
            <a:off x="2156800" y="744833"/>
            <a:ext cx="4830390" cy="1941260"/>
            <a:chOff x="2419725" y="609600"/>
            <a:chExt cx="2865000" cy="1151400"/>
          </a:xfrm>
        </p:grpSpPr>
        <p:sp>
          <p:nvSpPr>
            <p:cNvPr id="58" name="Google Shape;58;p14"/>
            <p:cNvSpPr/>
            <p:nvPr/>
          </p:nvSpPr>
          <p:spPr>
            <a:xfrm>
              <a:off x="2419725" y="609600"/>
              <a:ext cx="2865000" cy="1151400"/>
            </a:xfrm>
            <a:prstGeom prst="roundRect">
              <a:avLst>
                <a:gd fmla="val 16667" name="adj"/>
              </a:avLst>
            </a:prstGeom>
            <a:noFill/>
            <a:ln cap="flat" cmpd="sng" w="73100">
              <a:solidFill>
                <a:schemeClr val="lt1"/>
              </a:solidFill>
              <a:prstDash val="solid"/>
              <a:round/>
              <a:headEnd len="sm" w="sm" type="none"/>
              <a:tailEnd len="sm" w="sm" type="none"/>
            </a:ln>
          </p:spPr>
          <p:txBody>
            <a:bodyPr anchorCtr="0" anchor="ctr" bIns="87800" lIns="87800" spcFirstLastPara="1" rIns="87800" wrap="square" tIns="87800">
              <a:noAutofit/>
            </a:bodyPr>
            <a:lstStyle/>
            <a:p>
              <a:pPr indent="0" lvl="0" marL="0" marR="0" rtl="0" algn="ctr">
                <a:lnSpc>
                  <a:spcPct val="100000"/>
                </a:lnSpc>
                <a:spcBef>
                  <a:spcPts val="0"/>
                </a:spcBef>
                <a:spcAft>
                  <a:spcPts val="0"/>
                </a:spcAft>
                <a:buClr>
                  <a:srgbClr val="000000"/>
                </a:buClr>
                <a:buSzPts val="6430"/>
                <a:buFont typeface="Arial"/>
                <a:buNone/>
              </a:pPr>
              <a:r>
                <a:t/>
              </a:r>
              <a:endParaRPr b="1" i="0" sz="6429" u="none" cap="none" strike="noStrike">
                <a:solidFill>
                  <a:schemeClr val="lt1"/>
                </a:solidFill>
                <a:highlight>
                  <a:schemeClr val="lt1"/>
                </a:highlight>
                <a:latin typeface="Montserrat"/>
                <a:ea typeface="Montserrat"/>
                <a:cs typeface="Montserrat"/>
                <a:sym typeface="Montserrat"/>
              </a:endParaRPr>
            </a:p>
          </p:txBody>
        </p:sp>
        <p:sp>
          <p:nvSpPr>
            <p:cNvPr id="59" name="Google Shape;59;p14"/>
            <p:cNvSpPr txBox="1"/>
            <p:nvPr/>
          </p:nvSpPr>
          <p:spPr>
            <a:xfrm>
              <a:off x="2684325" y="785700"/>
              <a:ext cx="2335800" cy="799200"/>
            </a:xfrm>
            <a:prstGeom prst="rect">
              <a:avLst/>
            </a:prstGeom>
            <a:noFill/>
            <a:ln>
              <a:noFill/>
            </a:ln>
          </p:spPr>
          <p:txBody>
            <a:bodyPr anchorCtr="0" anchor="ctr" bIns="87800" lIns="87800" spcFirstLastPara="1" rIns="87800" wrap="square" tIns="87800">
              <a:noAutofit/>
            </a:bodyPr>
            <a:lstStyle/>
            <a:p>
              <a:pPr indent="0" lvl="0" marL="0" marR="0" rtl="0" algn="ctr">
                <a:lnSpc>
                  <a:spcPct val="100000"/>
                </a:lnSpc>
                <a:spcBef>
                  <a:spcPts val="0"/>
                </a:spcBef>
                <a:spcAft>
                  <a:spcPts val="0"/>
                </a:spcAft>
                <a:buClr>
                  <a:srgbClr val="000000"/>
                </a:buClr>
                <a:buSzPts val="7870"/>
                <a:buFont typeface="Arial"/>
                <a:buNone/>
              </a:pPr>
              <a:r>
                <a:rPr b="1" i="0" lang="it" sz="7869" u="none" cap="none" strike="noStrike">
                  <a:solidFill>
                    <a:schemeClr val="lt1"/>
                  </a:solidFill>
                  <a:latin typeface="Montserrat"/>
                  <a:ea typeface="Montserrat"/>
                  <a:cs typeface="Montserrat"/>
                  <a:sym typeface="Montserrat"/>
                </a:rPr>
                <a:t>Fraido</a:t>
              </a:r>
              <a:endParaRPr b="1" i="0" sz="7869" u="none" cap="none" strike="noStrike">
                <a:solidFill>
                  <a:schemeClr val="lt1"/>
                </a:solidFill>
                <a:latin typeface="Montserrat"/>
                <a:ea typeface="Montserrat"/>
                <a:cs typeface="Montserrat"/>
                <a:sym typeface="Montserrat"/>
              </a:endParaRPr>
            </a:p>
          </p:txBody>
        </p:sp>
      </p:grpSp>
      <p:sp>
        <p:nvSpPr>
          <p:cNvPr id="60" name="Google Shape;60;p14"/>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6AFEF"/>
              </a:buClr>
              <a:buSzPts val="900"/>
              <a:buFont typeface="Arial"/>
              <a:buNone/>
            </a:pPr>
            <a:r>
              <a:rPr b="0" i="0" lang="it" sz="900" u="none" cap="none" strike="noStrike">
                <a:solidFill>
                  <a:srgbClr val="66AFEF"/>
                </a:solidFill>
                <a:latin typeface="Arial"/>
                <a:ea typeface="Arial"/>
                <a:cs typeface="Arial"/>
                <a:sym typeface="Arial"/>
              </a:rPr>
              <a:t>© Fraido • </a:t>
            </a:r>
            <a:r>
              <a:rPr lang="it" sz="900">
                <a:solidFill>
                  <a:srgbClr val="66AFEF"/>
                </a:solidFill>
              </a:rPr>
              <a:t>July</a:t>
            </a:r>
            <a:r>
              <a:rPr b="0" i="0" lang="it" sz="900" u="none" cap="none" strike="noStrike">
                <a:solidFill>
                  <a:srgbClr val="66AFEF"/>
                </a:solidFill>
                <a:latin typeface="Arial"/>
                <a:ea typeface="Arial"/>
                <a:cs typeface="Arial"/>
                <a:sym typeface="Arial"/>
              </a:rPr>
              <a:t> 202</a:t>
            </a:r>
            <a:r>
              <a:rPr lang="it" sz="900">
                <a:solidFill>
                  <a:srgbClr val="66AFEF"/>
                </a:solidFill>
              </a:rPr>
              <a:t>6</a:t>
            </a:r>
            <a:r>
              <a:rPr b="0" i="0" lang="it" sz="900" u="none" cap="none" strike="noStrike">
                <a:solidFill>
                  <a:srgbClr val="66AFEF"/>
                </a:solidFill>
                <a:latin typeface="Arial"/>
                <a:ea typeface="Arial"/>
                <a:cs typeface="Arial"/>
                <a:sym typeface="Arial"/>
              </a:rPr>
              <a:t> •  All rights reserved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65" name="Shape 65"/>
        <p:cNvGrpSpPr/>
        <p:nvPr/>
      </p:nvGrpSpPr>
      <p:grpSpPr>
        <a:xfrm>
          <a:off x="0" y="0"/>
          <a:ext cx="0" cy="0"/>
          <a:chOff x="0" y="0"/>
          <a:chExt cx="0" cy="0"/>
        </a:xfrm>
      </p:grpSpPr>
      <p:grpSp>
        <p:nvGrpSpPr>
          <p:cNvPr id="66" name="Google Shape;66;p15"/>
          <p:cNvGrpSpPr/>
          <p:nvPr/>
        </p:nvGrpSpPr>
        <p:grpSpPr>
          <a:xfrm>
            <a:off x="8380531" y="4799776"/>
            <a:ext cx="697341" cy="280251"/>
            <a:chOff x="2419725" y="609600"/>
            <a:chExt cx="2865000" cy="1151400"/>
          </a:xfrm>
        </p:grpSpPr>
        <p:sp>
          <p:nvSpPr>
            <p:cNvPr id="67" name="Google Shape;67;p15"/>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68" name="Google Shape;68;p15"/>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69" name="Google Shape;69;p15"/>
          <p:cNvSpPr txBox="1"/>
          <p:nvPr/>
        </p:nvSpPr>
        <p:spPr>
          <a:xfrm>
            <a:off x="583264" y="4532292"/>
            <a:ext cx="79179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500"/>
              <a:buFont typeface="Arial"/>
              <a:buNone/>
            </a:pPr>
            <a:r>
              <a:rPr lang="it" sz="500">
                <a:solidFill>
                  <a:srgbClr val="9E9E9E"/>
                </a:solidFill>
                <a:latin typeface="Lato"/>
                <a:ea typeface="Lato"/>
                <a:cs typeface="Lato"/>
                <a:sym typeface="Lato"/>
              </a:rPr>
              <a:t>[1]: April MD, Schauer SG, Nikolla DA, Casey JD, Semler MW, Ginde AA, Carlson JN, Long BJ, Brown CA 3rd. Association between multiple intubation attempts and complications during emergency department airway management: A national emergency airway registry study. Am J Emerg Med. 2024 Nov;85:202-207. doi: 10.1016/j.ajem.2024.09.014. Epub 2024 Sep 11. PMID: 39288499.</a:t>
            </a:r>
            <a:endParaRPr sz="500">
              <a:solidFill>
                <a:srgbClr val="9E9E9E"/>
              </a:solidFill>
              <a:latin typeface="Lato"/>
              <a:ea typeface="Lato"/>
              <a:cs typeface="Lato"/>
              <a:sym typeface="Lato"/>
            </a:endParaRPr>
          </a:p>
          <a:p>
            <a:pPr indent="0" lvl="0" marL="0" rtl="0" algn="l">
              <a:spcBef>
                <a:spcPts val="0"/>
              </a:spcBef>
              <a:spcAft>
                <a:spcPts val="0"/>
              </a:spcAft>
              <a:buClr>
                <a:schemeClr val="dk1"/>
              </a:buClr>
              <a:buSzPts val="500"/>
              <a:buFont typeface="Arial"/>
              <a:buNone/>
            </a:pPr>
            <a:r>
              <a:t/>
            </a:r>
            <a:endParaRPr sz="500">
              <a:solidFill>
                <a:schemeClr val="l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FFFFFF"/>
              </a:solidFill>
              <a:latin typeface="Lato"/>
              <a:ea typeface="Lato"/>
              <a:cs typeface="Lato"/>
              <a:sym typeface="Lato"/>
            </a:endParaRPr>
          </a:p>
        </p:txBody>
      </p:sp>
      <p:sp>
        <p:nvSpPr>
          <p:cNvPr id="70" name="Google Shape;70;p15"/>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66AFEF"/>
              </a:buClr>
              <a:buSzPts val="900"/>
              <a:buFont typeface="Arial"/>
              <a:buNone/>
            </a:pPr>
            <a:r>
              <a:rPr lang="it" sz="900">
                <a:solidFill>
                  <a:srgbClr val="66AFEF"/>
                </a:solidFill>
              </a:rPr>
              <a:t>© Fraido • July 2026 •  All rights reserved</a:t>
            </a:r>
            <a:endParaRPr sz="900">
              <a:solidFill>
                <a:srgbClr val="66AFEF"/>
              </a:solidFill>
            </a:endParaRPr>
          </a:p>
        </p:txBody>
      </p:sp>
      <p:grpSp>
        <p:nvGrpSpPr>
          <p:cNvPr id="71" name="Google Shape;71;p15"/>
          <p:cNvGrpSpPr/>
          <p:nvPr/>
        </p:nvGrpSpPr>
        <p:grpSpPr>
          <a:xfrm>
            <a:off x="387815" y="1418541"/>
            <a:ext cx="2036878" cy="2389531"/>
            <a:chOff x="422675" y="1418541"/>
            <a:chExt cx="2036878" cy="2389531"/>
          </a:xfrm>
        </p:grpSpPr>
        <p:grpSp>
          <p:nvGrpSpPr>
            <p:cNvPr id="72" name="Google Shape;72;p15"/>
            <p:cNvGrpSpPr/>
            <p:nvPr/>
          </p:nvGrpSpPr>
          <p:grpSpPr>
            <a:xfrm>
              <a:off x="422675" y="1418541"/>
              <a:ext cx="2036878" cy="2389531"/>
              <a:chOff x="1744363" y="1954172"/>
              <a:chExt cx="1744500" cy="1525200"/>
            </a:xfrm>
          </p:grpSpPr>
          <p:sp>
            <p:nvSpPr>
              <p:cNvPr id="73" name="Google Shape;73;p15"/>
              <p:cNvSpPr/>
              <p:nvPr/>
            </p:nvSpPr>
            <p:spPr>
              <a:xfrm>
                <a:off x="1850419" y="1954172"/>
                <a:ext cx="1532400" cy="1525200"/>
              </a:xfrm>
              <a:prstGeom prst="roundRect">
                <a:avLst>
                  <a:gd fmla="val 11221" name="adj"/>
                </a:avLst>
              </a:prstGeom>
              <a:solidFill>
                <a:srgbClr val="153750"/>
              </a:solidFill>
              <a:ln>
                <a:noFill/>
              </a:ln>
            </p:spPr>
            <p:txBody>
              <a:bodyPr anchorCtr="0" anchor="ctr" bIns="106750" lIns="106750" spcFirstLastPara="1" rIns="106750" wrap="square" tIns="106750">
                <a:noAutofit/>
              </a:bodyPr>
              <a:lstStyle/>
              <a:p>
                <a:pPr indent="0" lvl="0" marL="0" rtl="0" algn="ctr">
                  <a:spcBef>
                    <a:spcPts val="0"/>
                  </a:spcBef>
                  <a:spcAft>
                    <a:spcPts val="0"/>
                  </a:spcAft>
                  <a:buNone/>
                </a:pPr>
                <a:r>
                  <a:t/>
                </a:r>
                <a:endParaRPr sz="1635"/>
              </a:p>
            </p:txBody>
          </p:sp>
          <p:sp>
            <p:nvSpPr>
              <p:cNvPr id="74" name="Google Shape;74;p15"/>
              <p:cNvSpPr txBox="1"/>
              <p:nvPr/>
            </p:nvSpPr>
            <p:spPr>
              <a:xfrm>
                <a:off x="1744363" y="2736427"/>
                <a:ext cx="1744500" cy="531300"/>
              </a:xfrm>
              <a:prstGeom prst="rect">
                <a:avLst/>
              </a:prstGeom>
              <a:noFill/>
              <a:ln>
                <a:noFill/>
              </a:ln>
            </p:spPr>
            <p:txBody>
              <a:bodyPr anchorCtr="0" anchor="ctr" bIns="106750" lIns="106750" spcFirstLastPara="1" rIns="106750" wrap="square" tIns="106750">
                <a:noAutofit/>
              </a:bodyPr>
              <a:lstStyle/>
              <a:p>
                <a:pPr indent="0" lvl="0" marL="0" marR="0" rtl="0" algn="ctr">
                  <a:lnSpc>
                    <a:spcPct val="100000"/>
                  </a:lnSpc>
                  <a:spcBef>
                    <a:spcPts val="0"/>
                  </a:spcBef>
                  <a:spcAft>
                    <a:spcPts val="0"/>
                  </a:spcAft>
                  <a:buClr>
                    <a:srgbClr val="000000"/>
                  </a:buClr>
                  <a:buSzPts val="1751"/>
                  <a:buFont typeface="Arial"/>
                  <a:buNone/>
                </a:pPr>
                <a:r>
                  <a:rPr lang="it" sz="1751">
                    <a:solidFill>
                      <a:schemeClr val="lt1"/>
                    </a:solidFill>
                    <a:latin typeface="Calibri"/>
                    <a:ea typeface="Calibri"/>
                    <a:cs typeface="Calibri"/>
                    <a:sym typeface="Calibri"/>
                  </a:rPr>
                  <a:t>Space limitation</a:t>
                </a:r>
                <a:endParaRPr i="0" sz="1751" u="none" cap="none" strike="noStrike">
                  <a:solidFill>
                    <a:schemeClr val="lt1"/>
                  </a:solidFill>
                  <a:latin typeface="Calibri"/>
                  <a:ea typeface="Calibri"/>
                  <a:cs typeface="Calibri"/>
                  <a:sym typeface="Calibri"/>
                </a:endParaRPr>
              </a:p>
            </p:txBody>
          </p:sp>
        </p:grpSp>
        <p:sp>
          <p:nvSpPr>
            <p:cNvPr id="75" name="Google Shape;75;p15"/>
            <p:cNvSpPr/>
            <p:nvPr/>
          </p:nvSpPr>
          <p:spPr>
            <a:xfrm>
              <a:off x="805959" y="1662596"/>
              <a:ext cx="589800" cy="615600"/>
            </a:xfrm>
            <a:prstGeom prst="ellipse">
              <a:avLst/>
            </a:prstGeom>
            <a:solidFill>
              <a:srgbClr val="1E4B6E"/>
            </a:solidFill>
            <a:ln>
              <a:noFill/>
            </a:ln>
          </p:spPr>
          <p:txBody>
            <a:bodyPr anchorCtr="0" anchor="ctr" bIns="106750" lIns="106750" spcFirstLastPara="1" rIns="106750" wrap="square" tIns="106750">
              <a:noAutofit/>
            </a:bodyPr>
            <a:lstStyle/>
            <a:p>
              <a:pPr indent="0" lvl="0" marL="0" rtl="0" algn="ctr">
                <a:spcBef>
                  <a:spcPts val="0"/>
                </a:spcBef>
                <a:spcAft>
                  <a:spcPts val="0"/>
                </a:spcAft>
                <a:buNone/>
              </a:pPr>
              <a:r>
                <a:t/>
              </a:r>
              <a:endParaRPr sz="1635"/>
            </a:p>
          </p:txBody>
        </p:sp>
      </p:grpSp>
      <p:grpSp>
        <p:nvGrpSpPr>
          <p:cNvPr id="76" name="Google Shape;76;p15"/>
          <p:cNvGrpSpPr/>
          <p:nvPr/>
        </p:nvGrpSpPr>
        <p:grpSpPr>
          <a:xfrm>
            <a:off x="2530065" y="1418541"/>
            <a:ext cx="2036878" cy="2389531"/>
            <a:chOff x="422675" y="1418541"/>
            <a:chExt cx="2036878" cy="2389531"/>
          </a:xfrm>
        </p:grpSpPr>
        <p:grpSp>
          <p:nvGrpSpPr>
            <p:cNvPr id="77" name="Google Shape;77;p15"/>
            <p:cNvGrpSpPr/>
            <p:nvPr/>
          </p:nvGrpSpPr>
          <p:grpSpPr>
            <a:xfrm>
              <a:off x="422675" y="1418541"/>
              <a:ext cx="2036878" cy="2389531"/>
              <a:chOff x="1744363" y="1954172"/>
              <a:chExt cx="1744500" cy="1525200"/>
            </a:xfrm>
          </p:grpSpPr>
          <p:sp>
            <p:nvSpPr>
              <p:cNvPr id="78" name="Google Shape;78;p15"/>
              <p:cNvSpPr/>
              <p:nvPr/>
            </p:nvSpPr>
            <p:spPr>
              <a:xfrm>
                <a:off x="1850419" y="1954172"/>
                <a:ext cx="1532400" cy="1525200"/>
              </a:xfrm>
              <a:prstGeom prst="roundRect">
                <a:avLst>
                  <a:gd fmla="val 11221" name="adj"/>
                </a:avLst>
              </a:prstGeom>
              <a:solidFill>
                <a:srgbClr val="153750"/>
              </a:solidFill>
              <a:ln>
                <a:noFill/>
              </a:ln>
            </p:spPr>
            <p:txBody>
              <a:bodyPr anchorCtr="0" anchor="ctr" bIns="106750" lIns="106750" spcFirstLastPara="1" rIns="106750" wrap="square" tIns="106750">
                <a:noAutofit/>
              </a:bodyPr>
              <a:lstStyle/>
              <a:p>
                <a:pPr indent="0" lvl="0" marL="0" rtl="0" algn="ctr">
                  <a:spcBef>
                    <a:spcPts val="0"/>
                  </a:spcBef>
                  <a:spcAft>
                    <a:spcPts val="0"/>
                  </a:spcAft>
                  <a:buNone/>
                </a:pPr>
                <a:r>
                  <a:t/>
                </a:r>
                <a:endParaRPr sz="1635"/>
              </a:p>
            </p:txBody>
          </p:sp>
          <p:sp>
            <p:nvSpPr>
              <p:cNvPr id="79" name="Google Shape;79;p15"/>
              <p:cNvSpPr txBox="1"/>
              <p:nvPr/>
            </p:nvSpPr>
            <p:spPr>
              <a:xfrm>
                <a:off x="1744363" y="2736427"/>
                <a:ext cx="1744500" cy="531300"/>
              </a:xfrm>
              <a:prstGeom prst="rect">
                <a:avLst/>
              </a:prstGeom>
              <a:noFill/>
              <a:ln>
                <a:noFill/>
              </a:ln>
            </p:spPr>
            <p:txBody>
              <a:bodyPr anchorCtr="0" anchor="ctr" bIns="106750" lIns="106750" spcFirstLastPara="1" rIns="106750" wrap="square" tIns="106750">
                <a:noAutofit/>
              </a:bodyPr>
              <a:lstStyle/>
              <a:p>
                <a:pPr indent="0" lvl="0" marL="0" rtl="0" algn="ctr">
                  <a:spcBef>
                    <a:spcPts val="0"/>
                  </a:spcBef>
                  <a:spcAft>
                    <a:spcPts val="0"/>
                  </a:spcAft>
                  <a:buClr>
                    <a:schemeClr val="dk1"/>
                  </a:buClr>
                  <a:buSzPts val="1751"/>
                  <a:buFont typeface="Arial"/>
                  <a:buNone/>
                </a:pPr>
                <a:r>
                  <a:rPr lang="it" sz="1751">
                    <a:solidFill>
                      <a:schemeClr val="lt1"/>
                    </a:solidFill>
                    <a:latin typeface="Calibri"/>
                    <a:ea typeface="Calibri"/>
                    <a:cs typeface="Calibri"/>
                    <a:sym typeface="Calibri"/>
                  </a:rPr>
                  <a:t>Time Critical</a:t>
                </a:r>
                <a:endParaRPr sz="1751">
                  <a:solidFill>
                    <a:schemeClr val="lt1"/>
                  </a:solidFill>
                  <a:latin typeface="Calibri"/>
                  <a:ea typeface="Calibri"/>
                  <a:cs typeface="Calibri"/>
                  <a:sym typeface="Calibri"/>
                </a:endParaRPr>
              </a:p>
            </p:txBody>
          </p:sp>
        </p:grpSp>
        <p:sp>
          <p:nvSpPr>
            <p:cNvPr id="80" name="Google Shape;80;p15"/>
            <p:cNvSpPr/>
            <p:nvPr/>
          </p:nvSpPr>
          <p:spPr>
            <a:xfrm>
              <a:off x="805959" y="1662596"/>
              <a:ext cx="589800" cy="615600"/>
            </a:xfrm>
            <a:prstGeom prst="ellipse">
              <a:avLst/>
            </a:prstGeom>
            <a:solidFill>
              <a:srgbClr val="1E4B6E"/>
            </a:solidFill>
            <a:ln>
              <a:noFill/>
            </a:ln>
          </p:spPr>
          <p:txBody>
            <a:bodyPr anchorCtr="0" anchor="ctr" bIns="106750" lIns="106750" spcFirstLastPara="1" rIns="106750" wrap="square" tIns="106750">
              <a:noAutofit/>
            </a:bodyPr>
            <a:lstStyle/>
            <a:p>
              <a:pPr indent="0" lvl="0" marL="0" rtl="0" algn="ctr">
                <a:spcBef>
                  <a:spcPts val="0"/>
                </a:spcBef>
                <a:spcAft>
                  <a:spcPts val="0"/>
                </a:spcAft>
                <a:buNone/>
              </a:pPr>
              <a:r>
                <a:t/>
              </a:r>
              <a:endParaRPr sz="1635"/>
            </a:p>
          </p:txBody>
        </p:sp>
      </p:grpSp>
      <p:grpSp>
        <p:nvGrpSpPr>
          <p:cNvPr id="81" name="Google Shape;81;p15"/>
          <p:cNvGrpSpPr/>
          <p:nvPr/>
        </p:nvGrpSpPr>
        <p:grpSpPr>
          <a:xfrm>
            <a:off x="4672315" y="1418541"/>
            <a:ext cx="2036878" cy="2389531"/>
            <a:chOff x="422675" y="1418541"/>
            <a:chExt cx="2036878" cy="2389531"/>
          </a:xfrm>
        </p:grpSpPr>
        <p:grpSp>
          <p:nvGrpSpPr>
            <p:cNvPr id="82" name="Google Shape;82;p15"/>
            <p:cNvGrpSpPr/>
            <p:nvPr/>
          </p:nvGrpSpPr>
          <p:grpSpPr>
            <a:xfrm>
              <a:off x="422675" y="1418541"/>
              <a:ext cx="2036878" cy="2389531"/>
              <a:chOff x="1744363" y="1954172"/>
              <a:chExt cx="1744500" cy="1525200"/>
            </a:xfrm>
          </p:grpSpPr>
          <p:sp>
            <p:nvSpPr>
              <p:cNvPr id="83" name="Google Shape;83;p15"/>
              <p:cNvSpPr/>
              <p:nvPr/>
            </p:nvSpPr>
            <p:spPr>
              <a:xfrm>
                <a:off x="1850419" y="1954172"/>
                <a:ext cx="1532400" cy="1525200"/>
              </a:xfrm>
              <a:prstGeom prst="roundRect">
                <a:avLst>
                  <a:gd fmla="val 11221" name="adj"/>
                </a:avLst>
              </a:prstGeom>
              <a:solidFill>
                <a:srgbClr val="153750"/>
              </a:solidFill>
              <a:ln>
                <a:noFill/>
              </a:ln>
            </p:spPr>
            <p:txBody>
              <a:bodyPr anchorCtr="0" anchor="ctr" bIns="106750" lIns="106750" spcFirstLastPara="1" rIns="106750" wrap="square" tIns="106750">
                <a:noAutofit/>
              </a:bodyPr>
              <a:lstStyle/>
              <a:p>
                <a:pPr indent="0" lvl="0" marL="0" rtl="0" algn="ctr">
                  <a:spcBef>
                    <a:spcPts val="0"/>
                  </a:spcBef>
                  <a:spcAft>
                    <a:spcPts val="0"/>
                  </a:spcAft>
                  <a:buNone/>
                </a:pPr>
                <a:r>
                  <a:t/>
                </a:r>
                <a:endParaRPr sz="1635"/>
              </a:p>
            </p:txBody>
          </p:sp>
          <p:sp>
            <p:nvSpPr>
              <p:cNvPr id="84" name="Google Shape;84;p15"/>
              <p:cNvSpPr txBox="1"/>
              <p:nvPr/>
            </p:nvSpPr>
            <p:spPr>
              <a:xfrm>
                <a:off x="1744363" y="2736427"/>
                <a:ext cx="1744500" cy="531300"/>
              </a:xfrm>
              <a:prstGeom prst="rect">
                <a:avLst/>
              </a:prstGeom>
              <a:noFill/>
              <a:ln>
                <a:noFill/>
              </a:ln>
            </p:spPr>
            <p:txBody>
              <a:bodyPr anchorCtr="0" anchor="ctr" bIns="106750" lIns="106750" spcFirstLastPara="1" rIns="106750" wrap="square" tIns="106750">
                <a:noAutofit/>
              </a:bodyPr>
              <a:lstStyle/>
              <a:p>
                <a:pPr indent="0" lvl="0" marL="0" rtl="0" algn="ctr">
                  <a:spcBef>
                    <a:spcPts val="0"/>
                  </a:spcBef>
                  <a:spcAft>
                    <a:spcPts val="0"/>
                  </a:spcAft>
                  <a:buClr>
                    <a:schemeClr val="dk1"/>
                  </a:buClr>
                  <a:buSzPts val="1751"/>
                  <a:buFont typeface="Arial"/>
                  <a:buNone/>
                </a:pPr>
                <a:r>
                  <a:rPr lang="it" sz="1751">
                    <a:solidFill>
                      <a:schemeClr val="lt1"/>
                    </a:solidFill>
                    <a:latin typeface="Calibri"/>
                    <a:ea typeface="Calibri"/>
                    <a:cs typeface="Calibri"/>
                    <a:sym typeface="Calibri"/>
                  </a:rPr>
                  <a:t>Skill - dependent</a:t>
                </a:r>
                <a:endParaRPr i="0" sz="1751" u="none" cap="none" strike="noStrike">
                  <a:solidFill>
                    <a:schemeClr val="lt1"/>
                  </a:solidFill>
                  <a:latin typeface="Calibri"/>
                  <a:ea typeface="Calibri"/>
                  <a:cs typeface="Calibri"/>
                  <a:sym typeface="Calibri"/>
                </a:endParaRPr>
              </a:p>
            </p:txBody>
          </p:sp>
        </p:grpSp>
        <p:sp>
          <p:nvSpPr>
            <p:cNvPr id="85" name="Google Shape;85;p15"/>
            <p:cNvSpPr/>
            <p:nvPr/>
          </p:nvSpPr>
          <p:spPr>
            <a:xfrm>
              <a:off x="805959" y="1662596"/>
              <a:ext cx="589800" cy="615600"/>
            </a:xfrm>
            <a:prstGeom prst="ellipse">
              <a:avLst/>
            </a:prstGeom>
            <a:solidFill>
              <a:srgbClr val="1E4B6E"/>
            </a:solidFill>
            <a:ln>
              <a:noFill/>
            </a:ln>
          </p:spPr>
          <p:txBody>
            <a:bodyPr anchorCtr="0" anchor="ctr" bIns="106750" lIns="106750" spcFirstLastPara="1" rIns="106750" wrap="square" tIns="106750">
              <a:noAutofit/>
            </a:bodyPr>
            <a:lstStyle/>
            <a:p>
              <a:pPr indent="0" lvl="0" marL="0" rtl="0" algn="ctr">
                <a:spcBef>
                  <a:spcPts val="0"/>
                </a:spcBef>
                <a:spcAft>
                  <a:spcPts val="0"/>
                </a:spcAft>
                <a:buNone/>
              </a:pPr>
              <a:r>
                <a:t/>
              </a:r>
              <a:endParaRPr sz="1635"/>
            </a:p>
          </p:txBody>
        </p:sp>
      </p:grpSp>
      <p:grpSp>
        <p:nvGrpSpPr>
          <p:cNvPr id="86" name="Google Shape;86;p15"/>
          <p:cNvGrpSpPr/>
          <p:nvPr/>
        </p:nvGrpSpPr>
        <p:grpSpPr>
          <a:xfrm>
            <a:off x="6841038" y="1418554"/>
            <a:ext cx="2036878" cy="2389531"/>
            <a:chOff x="422675" y="1418541"/>
            <a:chExt cx="2036878" cy="2389531"/>
          </a:xfrm>
        </p:grpSpPr>
        <p:grpSp>
          <p:nvGrpSpPr>
            <p:cNvPr id="87" name="Google Shape;87;p15"/>
            <p:cNvGrpSpPr/>
            <p:nvPr/>
          </p:nvGrpSpPr>
          <p:grpSpPr>
            <a:xfrm>
              <a:off x="422675" y="1418541"/>
              <a:ext cx="2036878" cy="2389531"/>
              <a:chOff x="1744363" y="1954172"/>
              <a:chExt cx="1744500" cy="1525200"/>
            </a:xfrm>
          </p:grpSpPr>
          <p:sp>
            <p:nvSpPr>
              <p:cNvPr id="88" name="Google Shape;88;p15"/>
              <p:cNvSpPr/>
              <p:nvPr/>
            </p:nvSpPr>
            <p:spPr>
              <a:xfrm>
                <a:off x="1850419" y="1954172"/>
                <a:ext cx="1532400" cy="1525200"/>
              </a:xfrm>
              <a:prstGeom prst="roundRect">
                <a:avLst>
                  <a:gd fmla="val 11221" name="adj"/>
                </a:avLst>
              </a:prstGeom>
              <a:solidFill>
                <a:srgbClr val="153750"/>
              </a:solidFill>
              <a:ln>
                <a:noFill/>
              </a:ln>
            </p:spPr>
            <p:txBody>
              <a:bodyPr anchorCtr="0" anchor="ctr" bIns="106750" lIns="106750" spcFirstLastPara="1" rIns="106750" wrap="square" tIns="106750">
                <a:noAutofit/>
              </a:bodyPr>
              <a:lstStyle/>
              <a:p>
                <a:pPr indent="0" lvl="0" marL="0" rtl="0" algn="ctr">
                  <a:spcBef>
                    <a:spcPts val="0"/>
                  </a:spcBef>
                  <a:spcAft>
                    <a:spcPts val="0"/>
                  </a:spcAft>
                  <a:buNone/>
                </a:pPr>
                <a:r>
                  <a:t/>
                </a:r>
                <a:endParaRPr sz="1635"/>
              </a:p>
            </p:txBody>
          </p:sp>
          <p:sp>
            <p:nvSpPr>
              <p:cNvPr id="89" name="Google Shape;89;p15"/>
              <p:cNvSpPr txBox="1"/>
              <p:nvPr/>
            </p:nvSpPr>
            <p:spPr>
              <a:xfrm>
                <a:off x="1744363" y="2736427"/>
                <a:ext cx="1744500" cy="531300"/>
              </a:xfrm>
              <a:prstGeom prst="rect">
                <a:avLst/>
              </a:prstGeom>
              <a:noFill/>
              <a:ln>
                <a:noFill/>
              </a:ln>
            </p:spPr>
            <p:txBody>
              <a:bodyPr anchorCtr="0" anchor="ctr" bIns="106750" lIns="106750" spcFirstLastPara="1" rIns="106750" wrap="square" tIns="106750">
                <a:noAutofit/>
              </a:bodyPr>
              <a:lstStyle/>
              <a:p>
                <a:pPr indent="0" lvl="0" marL="0" rtl="0" algn="ctr">
                  <a:spcBef>
                    <a:spcPts val="0"/>
                  </a:spcBef>
                  <a:spcAft>
                    <a:spcPts val="0"/>
                  </a:spcAft>
                  <a:buClr>
                    <a:schemeClr val="dk1"/>
                  </a:buClr>
                  <a:buSzPts val="1100"/>
                  <a:buFont typeface="Arial"/>
                  <a:buNone/>
                </a:pPr>
                <a:r>
                  <a:rPr lang="it" sz="1751">
                    <a:solidFill>
                      <a:schemeClr val="lt1"/>
                    </a:solidFill>
                    <a:latin typeface="Calibri"/>
                    <a:ea typeface="Calibri"/>
                    <a:cs typeface="Calibri"/>
                    <a:sym typeface="Calibri"/>
                  </a:rPr>
                  <a:t>+€20k per patient</a:t>
                </a:r>
                <a:r>
                  <a:rPr baseline="30000" lang="it" sz="1800">
                    <a:solidFill>
                      <a:srgbClr val="9E9E9E"/>
                    </a:solidFill>
                    <a:latin typeface="Calibri"/>
                    <a:ea typeface="Calibri"/>
                    <a:cs typeface="Calibri"/>
                    <a:sym typeface="Calibri"/>
                  </a:rPr>
                  <a:t>[1]</a:t>
                </a:r>
                <a:endParaRPr i="0" sz="1751" u="none" cap="none" strike="noStrike">
                  <a:solidFill>
                    <a:schemeClr val="lt1"/>
                  </a:solidFill>
                  <a:latin typeface="Calibri"/>
                  <a:ea typeface="Calibri"/>
                  <a:cs typeface="Calibri"/>
                  <a:sym typeface="Calibri"/>
                </a:endParaRPr>
              </a:p>
            </p:txBody>
          </p:sp>
        </p:grpSp>
        <p:sp>
          <p:nvSpPr>
            <p:cNvPr id="90" name="Google Shape;90;p15"/>
            <p:cNvSpPr/>
            <p:nvPr/>
          </p:nvSpPr>
          <p:spPr>
            <a:xfrm>
              <a:off x="805959" y="1662596"/>
              <a:ext cx="589800" cy="615600"/>
            </a:xfrm>
            <a:prstGeom prst="ellipse">
              <a:avLst/>
            </a:prstGeom>
            <a:solidFill>
              <a:srgbClr val="1E4B6E"/>
            </a:solidFill>
            <a:ln>
              <a:noFill/>
            </a:ln>
          </p:spPr>
          <p:txBody>
            <a:bodyPr anchorCtr="0" anchor="ctr" bIns="106750" lIns="106750" spcFirstLastPara="1" rIns="106750" wrap="square" tIns="106750">
              <a:noAutofit/>
            </a:bodyPr>
            <a:lstStyle/>
            <a:p>
              <a:pPr indent="0" lvl="0" marL="0" rtl="0" algn="ctr">
                <a:spcBef>
                  <a:spcPts val="0"/>
                </a:spcBef>
                <a:spcAft>
                  <a:spcPts val="0"/>
                </a:spcAft>
                <a:buNone/>
              </a:pPr>
              <a:r>
                <a:t/>
              </a:r>
              <a:endParaRPr sz="1635"/>
            </a:p>
          </p:txBody>
        </p:sp>
      </p:grpSp>
      <p:sp>
        <p:nvSpPr>
          <p:cNvPr id="91" name="Google Shape;91;p15"/>
          <p:cNvSpPr txBox="1"/>
          <p:nvPr/>
        </p:nvSpPr>
        <p:spPr>
          <a:xfrm>
            <a:off x="439050" y="152400"/>
            <a:ext cx="3000000" cy="21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
              <a:solidFill>
                <a:srgbClr val="FEB941"/>
              </a:solidFill>
            </a:endParaRPr>
          </a:p>
        </p:txBody>
      </p:sp>
      <p:sp>
        <p:nvSpPr>
          <p:cNvPr id="92" name="Google Shape;92;p15"/>
          <p:cNvSpPr/>
          <p:nvPr/>
        </p:nvSpPr>
        <p:spPr>
          <a:xfrm>
            <a:off x="571500" y="228600"/>
            <a:ext cx="8084100" cy="61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DFF"/>
              </a:buClr>
              <a:buSzPts val="2700"/>
              <a:buFont typeface="Arial"/>
              <a:buNone/>
            </a:pPr>
            <a:r>
              <a:rPr b="1" lang="it" sz="2700">
                <a:solidFill>
                  <a:srgbClr val="FAFDFF"/>
                </a:solidFill>
                <a:latin typeface="Cambria"/>
                <a:ea typeface="Cambria"/>
                <a:cs typeface="Cambria"/>
                <a:sym typeface="Cambria"/>
              </a:rPr>
              <a:t>Difficult Intubation</a:t>
            </a:r>
            <a:endParaRPr b="1" i="0" sz="2700" u="none" cap="none" strike="noStrike">
              <a:solidFill>
                <a:srgbClr val="FAFDFF"/>
              </a:solidFill>
              <a:latin typeface="Cambria"/>
              <a:ea typeface="Cambria"/>
              <a:cs typeface="Cambria"/>
              <a:sym typeface="Cambria"/>
            </a:endParaRPr>
          </a:p>
        </p:txBody>
      </p:sp>
      <p:pic>
        <p:nvPicPr>
          <p:cNvPr id="93" name="Google Shape;93;p15" title="clock (2).png"/>
          <p:cNvPicPr preferRelativeResize="0"/>
          <p:nvPr/>
        </p:nvPicPr>
        <p:blipFill>
          <a:blip r:embed="rId3">
            <a:alphaModFix/>
          </a:blip>
          <a:stretch>
            <a:fillRect/>
          </a:stretch>
        </p:blipFill>
        <p:spPr>
          <a:xfrm>
            <a:off x="2974783" y="1725071"/>
            <a:ext cx="481925" cy="481925"/>
          </a:xfrm>
          <a:prstGeom prst="rect">
            <a:avLst/>
          </a:prstGeom>
          <a:noFill/>
          <a:ln>
            <a:noFill/>
          </a:ln>
        </p:spPr>
      </p:pic>
      <p:pic>
        <p:nvPicPr>
          <p:cNvPr id="94" name="Google Shape;94;p15" title="warning.png"/>
          <p:cNvPicPr preferRelativeResize="0"/>
          <p:nvPr/>
        </p:nvPicPr>
        <p:blipFill>
          <a:blip r:embed="rId4">
            <a:alphaModFix/>
          </a:blip>
          <a:stretch>
            <a:fillRect/>
          </a:stretch>
        </p:blipFill>
        <p:spPr>
          <a:xfrm>
            <a:off x="5116638" y="1725087"/>
            <a:ext cx="481925" cy="481925"/>
          </a:xfrm>
          <a:prstGeom prst="rect">
            <a:avLst/>
          </a:prstGeom>
          <a:noFill/>
          <a:ln>
            <a:noFill/>
          </a:ln>
        </p:spPr>
      </p:pic>
      <p:pic>
        <p:nvPicPr>
          <p:cNvPr id="95" name="Google Shape;95;p15" title="e53a5eb8-6838-4a2d-ad97-01f220d5f33d.png"/>
          <p:cNvPicPr preferRelativeResize="0"/>
          <p:nvPr/>
        </p:nvPicPr>
        <p:blipFill>
          <a:blip r:embed="rId5">
            <a:alphaModFix/>
          </a:blip>
          <a:stretch>
            <a:fillRect/>
          </a:stretch>
        </p:blipFill>
        <p:spPr>
          <a:xfrm>
            <a:off x="7219618" y="1671135"/>
            <a:ext cx="589801" cy="589801"/>
          </a:xfrm>
          <a:prstGeom prst="rect">
            <a:avLst/>
          </a:prstGeom>
          <a:noFill/>
          <a:ln>
            <a:noFill/>
          </a:ln>
        </p:spPr>
      </p:pic>
      <p:pic>
        <p:nvPicPr>
          <p:cNvPr id="96" name="Google Shape;96;p15" title="diameter.png"/>
          <p:cNvPicPr preferRelativeResize="0"/>
          <p:nvPr/>
        </p:nvPicPr>
        <p:blipFill>
          <a:blip r:embed="rId6">
            <a:alphaModFix/>
          </a:blip>
          <a:stretch>
            <a:fillRect/>
          </a:stretch>
        </p:blipFill>
        <p:spPr>
          <a:xfrm>
            <a:off x="832888" y="1725075"/>
            <a:ext cx="481925" cy="481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101" name="Shape 101"/>
        <p:cNvGrpSpPr/>
        <p:nvPr/>
      </p:nvGrpSpPr>
      <p:grpSpPr>
        <a:xfrm>
          <a:off x="0" y="0"/>
          <a:ext cx="0" cy="0"/>
          <a:chOff x="0" y="0"/>
          <a:chExt cx="0" cy="0"/>
        </a:xfrm>
      </p:grpSpPr>
      <p:grpSp>
        <p:nvGrpSpPr>
          <p:cNvPr id="102" name="Google Shape;102;p16"/>
          <p:cNvGrpSpPr/>
          <p:nvPr/>
        </p:nvGrpSpPr>
        <p:grpSpPr>
          <a:xfrm>
            <a:off x="8380531" y="4799776"/>
            <a:ext cx="697341" cy="280251"/>
            <a:chOff x="2419725" y="609600"/>
            <a:chExt cx="2865000" cy="1151400"/>
          </a:xfrm>
        </p:grpSpPr>
        <p:sp>
          <p:nvSpPr>
            <p:cNvPr id="103" name="Google Shape;103;p16"/>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104" name="Google Shape;104;p16"/>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105" name="Google Shape;105;p16"/>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66AFEF"/>
              </a:buClr>
              <a:buSzPts val="900"/>
              <a:buFont typeface="Arial"/>
              <a:buNone/>
            </a:pPr>
            <a:r>
              <a:rPr lang="it" sz="900">
                <a:solidFill>
                  <a:srgbClr val="66AFEF"/>
                </a:solidFill>
              </a:rPr>
              <a:t>© Fraido • July 2026 •  All rights reserved</a:t>
            </a:r>
            <a:endParaRPr sz="900">
              <a:solidFill>
                <a:srgbClr val="66AFEF"/>
              </a:solidFill>
            </a:endParaRPr>
          </a:p>
        </p:txBody>
      </p:sp>
      <p:pic>
        <p:nvPicPr>
          <p:cNvPr id="106" name="Google Shape;106;p16" title="Screenshot 2026-05-27 155304.png"/>
          <p:cNvPicPr preferRelativeResize="0"/>
          <p:nvPr/>
        </p:nvPicPr>
        <p:blipFill rotWithShape="1">
          <a:blip r:embed="rId3">
            <a:alphaModFix/>
          </a:blip>
          <a:srcRect b="17430" l="0" r="12065" t="0"/>
          <a:stretch/>
        </p:blipFill>
        <p:spPr>
          <a:xfrm>
            <a:off x="1202200" y="3275675"/>
            <a:ext cx="2520690" cy="1343801"/>
          </a:xfrm>
          <a:prstGeom prst="rect">
            <a:avLst/>
          </a:prstGeom>
          <a:noFill/>
          <a:ln cap="flat" cmpd="sng" w="9525">
            <a:solidFill>
              <a:schemeClr val="dk2"/>
            </a:solidFill>
            <a:prstDash val="solid"/>
            <a:round/>
            <a:headEnd len="sm" w="sm" type="none"/>
            <a:tailEnd len="sm" w="sm" type="none"/>
          </a:ln>
        </p:spPr>
      </p:pic>
      <p:pic>
        <p:nvPicPr>
          <p:cNvPr id="107" name="Google Shape;107;p16" title="Screenshot 2026-05-27 155221.png"/>
          <p:cNvPicPr preferRelativeResize="0"/>
          <p:nvPr/>
        </p:nvPicPr>
        <p:blipFill rotWithShape="1">
          <a:blip r:embed="rId4">
            <a:alphaModFix/>
          </a:blip>
          <a:srcRect b="17939" l="0" r="9363" t="0"/>
          <a:stretch/>
        </p:blipFill>
        <p:spPr>
          <a:xfrm>
            <a:off x="1202200" y="1714763"/>
            <a:ext cx="2520699" cy="1348103"/>
          </a:xfrm>
          <a:prstGeom prst="rect">
            <a:avLst/>
          </a:prstGeom>
          <a:noFill/>
          <a:ln>
            <a:noFill/>
          </a:ln>
        </p:spPr>
      </p:pic>
      <p:sp>
        <p:nvSpPr>
          <p:cNvPr id="108" name="Google Shape;108;p16"/>
          <p:cNvSpPr/>
          <p:nvPr/>
        </p:nvSpPr>
        <p:spPr>
          <a:xfrm>
            <a:off x="571500" y="228600"/>
            <a:ext cx="8084100" cy="61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DFF"/>
              </a:buClr>
              <a:buSzPts val="2700"/>
              <a:buFont typeface="Arial"/>
              <a:buNone/>
            </a:pPr>
            <a:r>
              <a:rPr b="1" i="0" lang="it" sz="2700" u="none" cap="none" strike="noStrike">
                <a:solidFill>
                  <a:srgbClr val="FAFDFF"/>
                </a:solidFill>
                <a:latin typeface="Cambria"/>
                <a:ea typeface="Cambria"/>
                <a:cs typeface="Cambria"/>
                <a:sym typeface="Cambria"/>
              </a:rPr>
              <a:t>Our Solution</a:t>
            </a:r>
            <a:endParaRPr b="1" i="0" sz="2700" u="none" cap="none" strike="noStrike">
              <a:solidFill>
                <a:srgbClr val="FAFDFF"/>
              </a:solidFill>
              <a:latin typeface="Cambria"/>
              <a:ea typeface="Cambria"/>
              <a:cs typeface="Cambria"/>
              <a:sym typeface="Cambria"/>
            </a:endParaRPr>
          </a:p>
          <a:p>
            <a:pPr indent="0" lvl="0" marL="0" marR="0" rtl="0" algn="l">
              <a:lnSpc>
                <a:spcPct val="100000"/>
              </a:lnSpc>
              <a:spcBef>
                <a:spcPts val="0"/>
              </a:spcBef>
              <a:spcAft>
                <a:spcPts val="0"/>
              </a:spcAft>
              <a:buClr>
                <a:srgbClr val="FAFDFF"/>
              </a:buClr>
              <a:buSzPts val="2700"/>
              <a:buFont typeface="Arial"/>
              <a:buNone/>
            </a:pPr>
            <a:r>
              <a:rPr b="1" lang="it" sz="800">
                <a:solidFill>
                  <a:srgbClr val="FAFDFF"/>
                </a:solidFill>
                <a:latin typeface="Cambria"/>
                <a:ea typeface="Cambria"/>
                <a:cs typeface="Cambria"/>
                <a:sym typeface="Cambria"/>
              </a:rPr>
              <a:t>*Patent pending</a:t>
            </a:r>
            <a:endParaRPr b="1" i="0" sz="2700" u="none" cap="none" strike="noStrike">
              <a:solidFill>
                <a:srgbClr val="FAFDFF"/>
              </a:solidFill>
              <a:latin typeface="Cambria"/>
              <a:ea typeface="Cambria"/>
              <a:cs typeface="Cambria"/>
              <a:sym typeface="Cambria"/>
            </a:endParaRPr>
          </a:p>
        </p:txBody>
      </p:sp>
      <p:grpSp>
        <p:nvGrpSpPr>
          <p:cNvPr id="109" name="Google Shape;109;p16"/>
          <p:cNvGrpSpPr/>
          <p:nvPr/>
        </p:nvGrpSpPr>
        <p:grpSpPr>
          <a:xfrm>
            <a:off x="2467038" y="693788"/>
            <a:ext cx="4293009" cy="753900"/>
            <a:chOff x="1751600" y="2614814"/>
            <a:chExt cx="1958400" cy="753900"/>
          </a:xfrm>
        </p:grpSpPr>
        <p:sp>
          <p:nvSpPr>
            <p:cNvPr id="110" name="Google Shape;110;p16"/>
            <p:cNvSpPr/>
            <p:nvPr/>
          </p:nvSpPr>
          <p:spPr>
            <a:xfrm>
              <a:off x="1751600" y="2614814"/>
              <a:ext cx="1958400" cy="7539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6"/>
            <p:cNvSpPr txBox="1"/>
            <p:nvPr/>
          </p:nvSpPr>
          <p:spPr>
            <a:xfrm>
              <a:off x="1988153" y="2726114"/>
              <a:ext cx="1485300" cy="531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it" sz="2300">
                  <a:solidFill>
                    <a:schemeClr val="lt1"/>
                  </a:solidFill>
                  <a:latin typeface="Cambria"/>
                  <a:ea typeface="Cambria"/>
                  <a:cs typeface="Cambria"/>
                  <a:sym typeface="Cambria"/>
                </a:rPr>
                <a:t>TRL 3                        TRL 5 </a:t>
              </a:r>
              <a:endParaRPr i="0" sz="2300" u="none" cap="none" strike="noStrike">
                <a:solidFill>
                  <a:schemeClr val="lt1"/>
                </a:solidFill>
                <a:latin typeface="Cambria"/>
                <a:ea typeface="Cambria"/>
                <a:cs typeface="Cambria"/>
                <a:sym typeface="Cambria"/>
              </a:endParaRPr>
            </a:p>
          </p:txBody>
        </p:sp>
      </p:grpSp>
      <p:cxnSp>
        <p:nvCxnSpPr>
          <p:cNvPr id="112" name="Google Shape;112;p16"/>
          <p:cNvCxnSpPr/>
          <p:nvPr/>
        </p:nvCxnSpPr>
        <p:spPr>
          <a:xfrm>
            <a:off x="4246488" y="1070734"/>
            <a:ext cx="651000" cy="0"/>
          </a:xfrm>
          <a:prstGeom prst="straightConnector1">
            <a:avLst/>
          </a:prstGeom>
          <a:noFill/>
          <a:ln cap="flat" cmpd="sng" w="28575">
            <a:solidFill>
              <a:srgbClr val="FEB941"/>
            </a:solidFill>
            <a:prstDash val="solid"/>
            <a:round/>
            <a:headEnd len="med" w="med" type="none"/>
            <a:tailEnd len="med" w="med" type="triangle"/>
          </a:ln>
        </p:spPr>
      </p:cxnSp>
      <p:sp>
        <p:nvSpPr>
          <p:cNvPr id="113" name="Google Shape;113;p16"/>
          <p:cNvSpPr/>
          <p:nvPr/>
        </p:nvSpPr>
        <p:spPr>
          <a:xfrm>
            <a:off x="4572000" y="1698025"/>
            <a:ext cx="3888300" cy="2975700"/>
          </a:xfrm>
          <a:prstGeom prst="roundRect">
            <a:avLst>
              <a:gd fmla="val 5726" name="adj"/>
            </a:avLst>
          </a:prstGeom>
          <a:solidFill>
            <a:srgbClr val="153750"/>
          </a:solidFill>
          <a:ln>
            <a:noFill/>
          </a:ln>
        </p:spPr>
        <p:txBody>
          <a:bodyPr anchorCtr="0" anchor="ctr" bIns="91425" lIns="91425" spcFirstLastPara="1" rIns="91425" wrap="square" tIns="91425">
            <a:noAutofit/>
          </a:bodyPr>
          <a:lstStyle/>
          <a:p>
            <a:pPr indent="-349250" lvl="0" marL="457200" rtl="0" algn="l">
              <a:lnSpc>
                <a:spcPct val="130000"/>
              </a:lnSpc>
              <a:spcBef>
                <a:spcPts val="0"/>
              </a:spcBef>
              <a:spcAft>
                <a:spcPts val="0"/>
              </a:spcAft>
              <a:buClr>
                <a:schemeClr val="lt1"/>
              </a:buClr>
              <a:buSzPts val="1900"/>
              <a:buFont typeface="Calibri"/>
              <a:buChar char="●"/>
            </a:pPr>
            <a:r>
              <a:rPr lang="it" sz="1900">
                <a:solidFill>
                  <a:schemeClr val="lt1"/>
                </a:solidFill>
                <a:latin typeface="Calibri"/>
                <a:ea typeface="Calibri"/>
                <a:cs typeface="Calibri"/>
                <a:sym typeface="Calibri"/>
              </a:rPr>
              <a:t>Adaptable diameter </a:t>
            </a:r>
            <a:endParaRPr sz="1900">
              <a:solidFill>
                <a:schemeClr val="lt1"/>
              </a:solidFill>
              <a:latin typeface="Calibri"/>
              <a:ea typeface="Calibri"/>
              <a:cs typeface="Calibri"/>
              <a:sym typeface="Calibri"/>
            </a:endParaRPr>
          </a:p>
          <a:p>
            <a:pPr indent="0" lvl="0" marL="0" rtl="0" algn="l">
              <a:lnSpc>
                <a:spcPct val="130000"/>
              </a:lnSpc>
              <a:spcBef>
                <a:spcPts val="0"/>
              </a:spcBef>
              <a:spcAft>
                <a:spcPts val="0"/>
              </a:spcAft>
              <a:buClr>
                <a:schemeClr val="dk1"/>
              </a:buClr>
              <a:buSzPts val="1100"/>
              <a:buFont typeface="Arial"/>
              <a:buNone/>
            </a:pPr>
            <a:r>
              <a:t/>
            </a:r>
            <a:endParaRPr sz="1900">
              <a:solidFill>
                <a:schemeClr val="lt1"/>
              </a:solidFill>
              <a:latin typeface="Calibri"/>
              <a:ea typeface="Calibri"/>
              <a:cs typeface="Calibri"/>
              <a:sym typeface="Calibri"/>
            </a:endParaRPr>
          </a:p>
          <a:p>
            <a:pPr indent="-349250" lvl="0" marL="457200" rtl="0" algn="l">
              <a:lnSpc>
                <a:spcPct val="130000"/>
              </a:lnSpc>
              <a:spcBef>
                <a:spcPts val="0"/>
              </a:spcBef>
              <a:spcAft>
                <a:spcPts val="0"/>
              </a:spcAft>
              <a:buClr>
                <a:schemeClr val="lt1"/>
              </a:buClr>
              <a:buSzPts val="1900"/>
              <a:buFont typeface="Calibri"/>
              <a:buChar char="●"/>
            </a:pPr>
            <a:r>
              <a:rPr lang="it" sz="1900">
                <a:solidFill>
                  <a:schemeClr val="lt1"/>
                </a:solidFill>
                <a:latin typeface="Calibri"/>
                <a:ea typeface="Calibri"/>
                <a:cs typeface="Calibri"/>
                <a:sym typeface="Calibri"/>
              </a:rPr>
              <a:t>Less invasive</a:t>
            </a:r>
            <a:endParaRPr sz="1900">
              <a:solidFill>
                <a:schemeClr val="lt1"/>
              </a:solidFill>
              <a:latin typeface="Calibri"/>
              <a:ea typeface="Calibri"/>
              <a:cs typeface="Calibri"/>
              <a:sym typeface="Calibri"/>
            </a:endParaRPr>
          </a:p>
          <a:p>
            <a:pPr indent="0" lvl="0" marL="0" rtl="0" algn="l">
              <a:lnSpc>
                <a:spcPct val="130000"/>
              </a:lnSpc>
              <a:spcBef>
                <a:spcPts val="0"/>
              </a:spcBef>
              <a:spcAft>
                <a:spcPts val="0"/>
              </a:spcAft>
              <a:buClr>
                <a:schemeClr val="dk1"/>
              </a:buClr>
              <a:buSzPts val="1100"/>
              <a:buFont typeface="Arial"/>
              <a:buNone/>
            </a:pPr>
            <a:r>
              <a:t/>
            </a:r>
            <a:endParaRPr sz="1900">
              <a:solidFill>
                <a:schemeClr val="lt1"/>
              </a:solidFill>
              <a:latin typeface="Calibri"/>
              <a:ea typeface="Calibri"/>
              <a:cs typeface="Calibri"/>
              <a:sym typeface="Calibri"/>
            </a:endParaRPr>
          </a:p>
          <a:p>
            <a:pPr indent="-349250" lvl="0" marL="457200" rtl="0" algn="l">
              <a:lnSpc>
                <a:spcPct val="130000"/>
              </a:lnSpc>
              <a:spcBef>
                <a:spcPts val="0"/>
              </a:spcBef>
              <a:spcAft>
                <a:spcPts val="0"/>
              </a:spcAft>
              <a:buClr>
                <a:schemeClr val="lt1"/>
              </a:buClr>
              <a:buSzPts val="1900"/>
              <a:buFont typeface="Calibri"/>
              <a:buChar char="●"/>
            </a:pPr>
            <a:r>
              <a:rPr lang="it" sz="1900">
                <a:solidFill>
                  <a:schemeClr val="lt1"/>
                </a:solidFill>
                <a:latin typeface="Calibri"/>
                <a:ea typeface="Calibri"/>
                <a:cs typeface="Calibri"/>
                <a:sym typeface="Calibri"/>
              </a:rPr>
              <a:t>Single device procedure</a:t>
            </a:r>
            <a:endParaRPr sz="19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118" name="Shape 118"/>
        <p:cNvGrpSpPr/>
        <p:nvPr/>
      </p:nvGrpSpPr>
      <p:grpSpPr>
        <a:xfrm>
          <a:off x="0" y="0"/>
          <a:ext cx="0" cy="0"/>
          <a:chOff x="0" y="0"/>
          <a:chExt cx="0" cy="0"/>
        </a:xfrm>
      </p:grpSpPr>
      <p:grpSp>
        <p:nvGrpSpPr>
          <p:cNvPr id="119" name="Google Shape;119;p17"/>
          <p:cNvGrpSpPr/>
          <p:nvPr/>
        </p:nvGrpSpPr>
        <p:grpSpPr>
          <a:xfrm>
            <a:off x="8380531" y="4799776"/>
            <a:ext cx="697341" cy="280251"/>
            <a:chOff x="2419725" y="609600"/>
            <a:chExt cx="2865000" cy="1151400"/>
          </a:xfrm>
        </p:grpSpPr>
        <p:sp>
          <p:nvSpPr>
            <p:cNvPr id="120" name="Google Shape;120;p17"/>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121" name="Google Shape;121;p17"/>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122" name="Google Shape;122;p17"/>
          <p:cNvSpPr txBox="1"/>
          <p:nvPr/>
        </p:nvSpPr>
        <p:spPr>
          <a:xfrm>
            <a:off x="2195100" y="4731250"/>
            <a:ext cx="4979100" cy="280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it" sz="500">
                <a:solidFill>
                  <a:srgbClr val="9E9E9E"/>
                </a:solidFill>
                <a:latin typeface="Calibri"/>
                <a:ea typeface="Calibri"/>
                <a:cs typeface="Calibri"/>
                <a:sym typeface="Calibri"/>
              </a:rPr>
              <a:t>[1]: DAS 2025 Intubation Guidelines — Difficult Airway Society, Br J Anaesthesia (2025)</a:t>
            </a:r>
            <a:endParaRPr sz="600">
              <a:solidFill>
                <a:srgbClr val="9E9E9E"/>
              </a:solidFill>
              <a:latin typeface="Calibri"/>
              <a:ea typeface="Calibri"/>
              <a:cs typeface="Calibri"/>
              <a:sym typeface="Calibri"/>
            </a:endParaRPr>
          </a:p>
        </p:txBody>
      </p:sp>
      <p:grpSp>
        <p:nvGrpSpPr>
          <p:cNvPr id="123" name="Google Shape;123;p17"/>
          <p:cNvGrpSpPr/>
          <p:nvPr/>
        </p:nvGrpSpPr>
        <p:grpSpPr>
          <a:xfrm>
            <a:off x="3805800" y="1876306"/>
            <a:ext cx="1532400" cy="1525200"/>
            <a:chOff x="1850400" y="1984800"/>
            <a:chExt cx="1532400" cy="1525200"/>
          </a:xfrm>
        </p:grpSpPr>
        <p:sp>
          <p:nvSpPr>
            <p:cNvPr id="124" name="Google Shape;124;p17"/>
            <p:cNvSpPr/>
            <p:nvPr/>
          </p:nvSpPr>
          <p:spPr>
            <a:xfrm>
              <a:off x="1850400" y="1984800"/>
              <a:ext cx="1532400" cy="15252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7"/>
            <p:cNvSpPr txBox="1"/>
            <p:nvPr/>
          </p:nvSpPr>
          <p:spPr>
            <a:xfrm>
              <a:off x="1876875" y="2867567"/>
              <a:ext cx="1440900" cy="53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it" sz="1800">
                  <a:solidFill>
                    <a:schemeClr val="lt1"/>
                  </a:solidFill>
                  <a:latin typeface="Calibri"/>
                  <a:ea typeface="Calibri"/>
                  <a:cs typeface="Calibri"/>
                  <a:sym typeface="Calibri"/>
                </a:rPr>
                <a:t>Vascular</a:t>
              </a:r>
              <a:endParaRPr i="0" sz="1800" u="none" cap="none" strike="noStrike">
                <a:solidFill>
                  <a:schemeClr val="lt1"/>
                </a:solidFill>
                <a:latin typeface="Calibri"/>
                <a:ea typeface="Calibri"/>
                <a:cs typeface="Calibri"/>
                <a:sym typeface="Calibri"/>
              </a:endParaRPr>
            </a:p>
          </p:txBody>
        </p:sp>
        <p:sp>
          <p:nvSpPr>
            <p:cNvPr id="126" name="Google Shape;126;p17"/>
            <p:cNvSpPr/>
            <p:nvPr/>
          </p:nvSpPr>
          <p:spPr>
            <a:xfrm>
              <a:off x="2242806" y="2113674"/>
              <a:ext cx="747600" cy="753900"/>
            </a:xfrm>
            <a:prstGeom prst="ellipse">
              <a:avLst/>
            </a:prstGeom>
            <a:solidFill>
              <a:srgbClr val="153750"/>
            </a:solidFill>
            <a:ln cap="flat" cmpd="sng" w="19050">
              <a:solidFill>
                <a:srgbClr val="3361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27" name="Google Shape;127;p17"/>
          <p:cNvGrpSpPr/>
          <p:nvPr/>
        </p:nvGrpSpPr>
        <p:grpSpPr>
          <a:xfrm>
            <a:off x="6182688" y="1876306"/>
            <a:ext cx="1532400" cy="1525200"/>
            <a:chOff x="1850400" y="1984800"/>
            <a:chExt cx="1532400" cy="1525200"/>
          </a:xfrm>
        </p:grpSpPr>
        <p:sp>
          <p:nvSpPr>
            <p:cNvPr id="128" name="Google Shape;128;p17"/>
            <p:cNvSpPr/>
            <p:nvPr/>
          </p:nvSpPr>
          <p:spPr>
            <a:xfrm>
              <a:off x="1850400" y="1984800"/>
              <a:ext cx="1532400" cy="15252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7"/>
            <p:cNvSpPr txBox="1"/>
            <p:nvPr/>
          </p:nvSpPr>
          <p:spPr>
            <a:xfrm>
              <a:off x="1876875" y="2837425"/>
              <a:ext cx="1440900" cy="53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it" sz="1800">
                  <a:solidFill>
                    <a:schemeClr val="lt1"/>
                  </a:solidFill>
                  <a:latin typeface="Calibri"/>
                  <a:ea typeface="Calibri"/>
                  <a:cs typeface="Calibri"/>
                  <a:sym typeface="Calibri"/>
                </a:rPr>
                <a:t>Drainages</a:t>
              </a:r>
              <a:endParaRPr i="0" sz="1800" u="none" cap="none" strike="noStrike">
                <a:solidFill>
                  <a:schemeClr val="lt1"/>
                </a:solidFill>
                <a:latin typeface="Calibri"/>
                <a:ea typeface="Calibri"/>
                <a:cs typeface="Calibri"/>
                <a:sym typeface="Calibri"/>
              </a:endParaRPr>
            </a:p>
          </p:txBody>
        </p:sp>
        <p:sp>
          <p:nvSpPr>
            <p:cNvPr id="130" name="Google Shape;130;p17"/>
            <p:cNvSpPr/>
            <p:nvPr/>
          </p:nvSpPr>
          <p:spPr>
            <a:xfrm>
              <a:off x="2242806" y="2083532"/>
              <a:ext cx="747600" cy="753900"/>
            </a:xfrm>
            <a:prstGeom prst="ellipse">
              <a:avLst/>
            </a:prstGeom>
            <a:noFill/>
            <a:ln cap="flat" cmpd="sng" w="19050">
              <a:solidFill>
                <a:srgbClr val="3361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1" name="Google Shape;131;p17"/>
          <p:cNvSpPr/>
          <p:nvPr/>
        </p:nvSpPr>
        <p:spPr>
          <a:xfrm>
            <a:off x="594351" y="3792600"/>
            <a:ext cx="3199200" cy="7539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7"/>
          <p:cNvSpPr txBox="1"/>
          <p:nvPr/>
        </p:nvSpPr>
        <p:spPr>
          <a:xfrm>
            <a:off x="1289299" y="3903900"/>
            <a:ext cx="2580300" cy="53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it" sz="1800">
                <a:solidFill>
                  <a:schemeClr val="lt1"/>
                </a:solidFill>
                <a:latin typeface="Calibri"/>
                <a:ea typeface="Calibri"/>
                <a:cs typeface="Calibri"/>
                <a:sym typeface="Calibri"/>
              </a:rPr>
              <a:t>A</a:t>
            </a:r>
            <a:r>
              <a:rPr lang="it" sz="1800">
                <a:solidFill>
                  <a:schemeClr val="lt1"/>
                </a:solidFill>
                <a:latin typeface="Calibri"/>
                <a:ea typeface="Calibri"/>
                <a:cs typeface="Calibri"/>
                <a:sym typeface="Calibri"/>
              </a:rPr>
              <a:t>ligned</a:t>
            </a:r>
            <a:r>
              <a:rPr lang="it" sz="1800">
                <a:solidFill>
                  <a:schemeClr val="lt1"/>
                </a:solidFill>
                <a:latin typeface="Calibri"/>
                <a:ea typeface="Calibri"/>
                <a:cs typeface="Calibri"/>
                <a:sym typeface="Calibri"/>
              </a:rPr>
              <a:t> with DAS Guidelines</a:t>
            </a:r>
            <a:r>
              <a:rPr baseline="30000" lang="it" sz="1800">
                <a:solidFill>
                  <a:srgbClr val="9E9E9E"/>
                </a:solidFill>
                <a:latin typeface="Calibri"/>
                <a:ea typeface="Calibri"/>
                <a:cs typeface="Calibri"/>
                <a:sym typeface="Calibri"/>
              </a:rPr>
              <a:t>[1]</a:t>
            </a:r>
            <a:endParaRPr baseline="30000" i="0" sz="1800" u="none" cap="none" strike="noStrike">
              <a:solidFill>
                <a:srgbClr val="9E9E9E"/>
              </a:solidFill>
              <a:latin typeface="Calibri"/>
              <a:ea typeface="Calibri"/>
              <a:cs typeface="Calibri"/>
              <a:sym typeface="Calibri"/>
            </a:endParaRPr>
          </a:p>
        </p:txBody>
      </p:sp>
      <p:sp>
        <p:nvSpPr>
          <p:cNvPr id="133" name="Google Shape;133;p17"/>
          <p:cNvSpPr/>
          <p:nvPr/>
        </p:nvSpPr>
        <p:spPr>
          <a:xfrm>
            <a:off x="683098" y="3849000"/>
            <a:ext cx="665400" cy="641100"/>
          </a:xfrm>
          <a:prstGeom prst="ellipse">
            <a:avLst/>
          </a:prstGeom>
          <a:noFill/>
          <a:ln cap="flat" cmpd="sng" w="19050">
            <a:solidFill>
              <a:srgbClr val="3361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4" name="Google Shape;134;p17"/>
          <p:cNvGrpSpPr/>
          <p:nvPr/>
        </p:nvGrpSpPr>
        <p:grpSpPr>
          <a:xfrm>
            <a:off x="2179499" y="755398"/>
            <a:ext cx="4785000" cy="753900"/>
            <a:chOff x="2227753" y="3798098"/>
            <a:chExt cx="4785000" cy="753900"/>
          </a:xfrm>
        </p:grpSpPr>
        <p:sp>
          <p:nvSpPr>
            <p:cNvPr id="135" name="Google Shape;135;p17"/>
            <p:cNvSpPr/>
            <p:nvPr/>
          </p:nvSpPr>
          <p:spPr>
            <a:xfrm>
              <a:off x="2227753" y="3798098"/>
              <a:ext cx="4785000" cy="7539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7"/>
            <p:cNvSpPr txBox="1"/>
            <p:nvPr/>
          </p:nvSpPr>
          <p:spPr>
            <a:xfrm>
              <a:off x="2930716" y="3909398"/>
              <a:ext cx="3526500" cy="53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it" sz="1800">
                  <a:solidFill>
                    <a:schemeClr val="lt1"/>
                  </a:solidFill>
                  <a:latin typeface="Calibri"/>
                  <a:ea typeface="Calibri"/>
                  <a:cs typeface="Calibri"/>
                  <a:sym typeface="Calibri"/>
                </a:rPr>
                <a:t>Mechanism possible applications</a:t>
              </a:r>
              <a:endParaRPr i="0" sz="1800" u="none" cap="none" strike="noStrike">
                <a:solidFill>
                  <a:schemeClr val="lt1"/>
                </a:solidFill>
                <a:latin typeface="Calibri"/>
                <a:ea typeface="Calibri"/>
                <a:cs typeface="Calibri"/>
                <a:sym typeface="Calibri"/>
              </a:endParaRPr>
            </a:p>
          </p:txBody>
        </p:sp>
        <p:sp>
          <p:nvSpPr>
            <p:cNvPr id="137" name="Google Shape;137;p17"/>
            <p:cNvSpPr/>
            <p:nvPr/>
          </p:nvSpPr>
          <p:spPr>
            <a:xfrm>
              <a:off x="2384853" y="3854498"/>
              <a:ext cx="697200" cy="641100"/>
            </a:xfrm>
            <a:prstGeom prst="ellipse">
              <a:avLst/>
            </a:prstGeom>
            <a:solidFill>
              <a:srgbClr val="1E4B6E"/>
            </a:solidFill>
            <a:ln cap="flat" cmpd="sng" w="19050">
              <a:solidFill>
                <a:srgbClr val="3361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3000">
                  <a:solidFill>
                    <a:schemeClr val="lt1"/>
                  </a:solidFill>
                  <a:latin typeface="Calibri"/>
                  <a:ea typeface="Calibri"/>
                  <a:cs typeface="Calibri"/>
                  <a:sym typeface="Calibri"/>
                </a:rPr>
                <a:t>IP</a:t>
              </a:r>
              <a:endParaRPr sz="3300">
                <a:solidFill>
                  <a:schemeClr val="lt1"/>
                </a:solidFill>
                <a:latin typeface="Calibri"/>
                <a:ea typeface="Calibri"/>
                <a:cs typeface="Calibri"/>
                <a:sym typeface="Calibri"/>
              </a:endParaRPr>
            </a:p>
          </p:txBody>
        </p:sp>
      </p:grpSp>
      <p:cxnSp>
        <p:nvCxnSpPr>
          <p:cNvPr id="138" name="Google Shape;138;p17"/>
          <p:cNvCxnSpPr>
            <a:stCxn id="135" idx="2"/>
            <a:endCxn id="124" idx="0"/>
          </p:cNvCxnSpPr>
          <p:nvPr/>
        </p:nvCxnSpPr>
        <p:spPr>
          <a:xfrm>
            <a:off x="4571999" y="1509298"/>
            <a:ext cx="0" cy="366900"/>
          </a:xfrm>
          <a:prstGeom prst="straightConnector1">
            <a:avLst/>
          </a:prstGeom>
          <a:noFill/>
          <a:ln cap="flat" cmpd="sng" w="9525">
            <a:solidFill>
              <a:srgbClr val="FEB941"/>
            </a:solidFill>
            <a:prstDash val="solid"/>
            <a:round/>
            <a:headEnd len="med" w="med" type="none"/>
            <a:tailEnd len="med" w="med" type="triangle"/>
          </a:ln>
        </p:spPr>
      </p:cxnSp>
      <p:grpSp>
        <p:nvGrpSpPr>
          <p:cNvPr id="139" name="Google Shape;139;p17"/>
          <p:cNvGrpSpPr/>
          <p:nvPr/>
        </p:nvGrpSpPr>
        <p:grpSpPr>
          <a:xfrm>
            <a:off x="1428900" y="1888356"/>
            <a:ext cx="1532400" cy="1525200"/>
            <a:chOff x="1850400" y="1984800"/>
            <a:chExt cx="1532400" cy="1525200"/>
          </a:xfrm>
        </p:grpSpPr>
        <p:sp>
          <p:nvSpPr>
            <p:cNvPr id="140" name="Google Shape;140;p17"/>
            <p:cNvSpPr/>
            <p:nvPr/>
          </p:nvSpPr>
          <p:spPr>
            <a:xfrm>
              <a:off x="1850400" y="1984800"/>
              <a:ext cx="1532400" cy="15252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7"/>
            <p:cNvSpPr txBox="1"/>
            <p:nvPr/>
          </p:nvSpPr>
          <p:spPr>
            <a:xfrm>
              <a:off x="1876875" y="2867567"/>
              <a:ext cx="1440900" cy="53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it" sz="1800">
                  <a:solidFill>
                    <a:schemeClr val="lt1"/>
                  </a:solidFill>
                  <a:latin typeface="Calibri"/>
                  <a:ea typeface="Calibri"/>
                  <a:cs typeface="Calibri"/>
                  <a:sym typeface="Calibri"/>
                </a:rPr>
                <a:t>Airways</a:t>
              </a:r>
              <a:endParaRPr b="1" i="0" sz="1800" u="none" cap="none" strike="noStrike">
                <a:solidFill>
                  <a:schemeClr val="lt1"/>
                </a:solidFill>
                <a:latin typeface="Calibri"/>
                <a:ea typeface="Calibri"/>
                <a:cs typeface="Calibri"/>
                <a:sym typeface="Calibri"/>
              </a:endParaRPr>
            </a:p>
          </p:txBody>
        </p:sp>
        <p:sp>
          <p:nvSpPr>
            <p:cNvPr id="142" name="Google Shape;142;p17"/>
            <p:cNvSpPr/>
            <p:nvPr/>
          </p:nvSpPr>
          <p:spPr>
            <a:xfrm>
              <a:off x="2242806" y="2113674"/>
              <a:ext cx="747600" cy="753900"/>
            </a:xfrm>
            <a:prstGeom prst="ellipse">
              <a:avLst/>
            </a:prstGeom>
            <a:solidFill>
              <a:srgbClr val="153750"/>
            </a:solidFill>
            <a:ln cap="flat" cmpd="sng" w="19050">
              <a:solidFill>
                <a:srgbClr val="3361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43" name="Google Shape;143;p17"/>
          <p:cNvCxnSpPr>
            <a:stCxn id="135" idx="2"/>
            <a:endCxn id="140" idx="0"/>
          </p:cNvCxnSpPr>
          <p:nvPr/>
        </p:nvCxnSpPr>
        <p:spPr>
          <a:xfrm flipH="1">
            <a:off x="2195099" y="1509298"/>
            <a:ext cx="2376900" cy="379200"/>
          </a:xfrm>
          <a:prstGeom prst="straightConnector1">
            <a:avLst/>
          </a:prstGeom>
          <a:noFill/>
          <a:ln cap="flat" cmpd="sng" w="9525">
            <a:solidFill>
              <a:srgbClr val="FEB941"/>
            </a:solidFill>
            <a:prstDash val="solid"/>
            <a:round/>
            <a:headEnd len="med" w="med" type="none"/>
            <a:tailEnd len="med" w="med" type="triangle"/>
          </a:ln>
        </p:spPr>
      </p:cxnSp>
      <p:cxnSp>
        <p:nvCxnSpPr>
          <p:cNvPr id="144" name="Google Shape;144;p17"/>
          <p:cNvCxnSpPr>
            <a:stCxn id="135" idx="2"/>
            <a:endCxn id="128" idx="0"/>
          </p:cNvCxnSpPr>
          <p:nvPr/>
        </p:nvCxnSpPr>
        <p:spPr>
          <a:xfrm>
            <a:off x="4571999" y="1509298"/>
            <a:ext cx="2376900" cy="366900"/>
          </a:xfrm>
          <a:prstGeom prst="straightConnector1">
            <a:avLst/>
          </a:prstGeom>
          <a:noFill/>
          <a:ln cap="flat" cmpd="sng" w="9525">
            <a:solidFill>
              <a:srgbClr val="FEB941"/>
            </a:solidFill>
            <a:prstDash val="solid"/>
            <a:round/>
            <a:headEnd len="med" w="med" type="none"/>
            <a:tailEnd len="med" w="med" type="triangle"/>
          </a:ln>
        </p:spPr>
      </p:cxnSp>
      <p:cxnSp>
        <p:nvCxnSpPr>
          <p:cNvPr id="145" name="Google Shape;145;p17"/>
          <p:cNvCxnSpPr>
            <a:stCxn id="140" idx="2"/>
            <a:endCxn id="131" idx="0"/>
          </p:cNvCxnSpPr>
          <p:nvPr/>
        </p:nvCxnSpPr>
        <p:spPr>
          <a:xfrm flipH="1">
            <a:off x="2193900" y="3413556"/>
            <a:ext cx="1200" cy="378900"/>
          </a:xfrm>
          <a:prstGeom prst="straightConnector1">
            <a:avLst/>
          </a:prstGeom>
          <a:noFill/>
          <a:ln cap="flat" cmpd="sng" w="9525">
            <a:solidFill>
              <a:srgbClr val="FEB941"/>
            </a:solidFill>
            <a:prstDash val="solid"/>
            <a:round/>
            <a:headEnd len="med" w="med" type="none"/>
            <a:tailEnd len="med" w="med" type="triangle"/>
          </a:ln>
        </p:spPr>
      </p:cxnSp>
      <p:sp>
        <p:nvSpPr>
          <p:cNvPr id="146" name="Google Shape;146;p17"/>
          <p:cNvSpPr/>
          <p:nvPr/>
        </p:nvSpPr>
        <p:spPr>
          <a:xfrm>
            <a:off x="571500" y="228600"/>
            <a:ext cx="8084100" cy="61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DFF"/>
              </a:buClr>
              <a:buSzPts val="2700"/>
              <a:buFont typeface="Arial"/>
              <a:buNone/>
            </a:pPr>
            <a:r>
              <a:rPr b="1" i="0" lang="it" sz="2700" u="none" cap="none" strike="noStrike">
                <a:solidFill>
                  <a:srgbClr val="FAFDFF"/>
                </a:solidFill>
                <a:latin typeface="Cambria"/>
                <a:ea typeface="Cambria"/>
                <a:cs typeface="Cambria"/>
                <a:sym typeface="Cambria"/>
              </a:rPr>
              <a:t>Our Solution</a:t>
            </a:r>
            <a:endParaRPr b="1" i="0" sz="2700" u="none" cap="none" strike="noStrike">
              <a:solidFill>
                <a:srgbClr val="FAFDFF"/>
              </a:solidFill>
              <a:latin typeface="Cambria"/>
              <a:ea typeface="Cambria"/>
              <a:cs typeface="Cambria"/>
              <a:sym typeface="Cambria"/>
            </a:endParaRPr>
          </a:p>
          <a:p>
            <a:pPr indent="0" lvl="0" marL="0" marR="0" rtl="0" algn="l">
              <a:lnSpc>
                <a:spcPct val="100000"/>
              </a:lnSpc>
              <a:spcBef>
                <a:spcPts val="0"/>
              </a:spcBef>
              <a:spcAft>
                <a:spcPts val="0"/>
              </a:spcAft>
              <a:buClr>
                <a:srgbClr val="FAFDFF"/>
              </a:buClr>
              <a:buSzPts val="2700"/>
              <a:buFont typeface="Arial"/>
              <a:buNone/>
            </a:pPr>
            <a:r>
              <a:rPr b="1" lang="it" sz="800">
                <a:solidFill>
                  <a:srgbClr val="FAFDFF"/>
                </a:solidFill>
                <a:latin typeface="Cambria"/>
                <a:ea typeface="Cambria"/>
                <a:cs typeface="Cambria"/>
                <a:sym typeface="Cambria"/>
              </a:rPr>
              <a:t>*Patent pending</a:t>
            </a:r>
            <a:endParaRPr b="1" i="0" sz="2700" u="none" cap="none" strike="noStrike">
              <a:solidFill>
                <a:srgbClr val="FAFDFF"/>
              </a:solidFill>
              <a:latin typeface="Cambria"/>
              <a:ea typeface="Cambria"/>
              <a:cs typeface="Cambria"/>
              <a:sym typeface="Cambria"/>
            </a:endParaRPr>
          </a:p>
        </p:txBody>
      </p:sp>
      <p:pic>
        <p:nvPicPr>
          <p:cNvPr id="147" name="Google Shape;147;p17" title="e308e74e-2234-4717-a086-05936d125dcf.png"/>
          <p:cNvPicPr preferRelativeResize="0"/>
          <p:nvPr/>
        </p:nvPicPr>
        <p:blipFill>
          <a:blip r:embed="rId3">
            <a:alphaModFix/>
          </a:blip>
          <a:stretch>
            <a:fillRect/>
          </a:stretch>
        </p:blipFill>
        <p:spPr>
          <a:xfrm>
            <a:off x="1690987" y="1891204"/>
            <a:ext cx="1008225" cy="1008225"/>
          </a:xfrm>
          <a:prstGeom prst="rect">
            <a:avLst/>
          </a:prstGeom>
          <a:noFill/>
          <a:ln>
            <a:noFill/>
          </a:ln>
        </p:spPr>
      </p:pic>
      <p:pic>
        <p:nvPicPr>
          <p:cNvPr id="148" name="Google Shape;148;p17" title="biology.png"/>
          <p:cNvPicPr preferRelativeResize="0"/>
          <p:nvPr/>
        </p:nvPicPr>
        <p:blipFill>
          <a:blip r:embed="rId4">
            <a:alphaModFix/>
          </a:blip>
          <a:stretch>
            <a:fillRect/>
          </a:stretch>
        </p:blipFill>
        <p:spPr>
          <a:xfrm>
            <a:off x="4257487" y="2032513"/>
            <a:ext cx="687725" cy="687725"/>
          </a:xfrm>
          <a:prstGeom prst="rect">
            <a:avLst/>
          </a:prstGeom>
          <a:noFill/>
          <a:ln>
            <a:noFill/>
          </a:ln>
        </p:spPr>
      </p:pic>
      <p:pic>
        <p:nvPicPr>
          <p:cNvPr id="149" name="Google Shape;149;p17" title="regulation.png"/>
          <p:cNvPicPr preferRelativeResize="0"/>
          <p:nvPr/>
        </p:nvPicPr>
        <p:blipFill>
          <a:blip r:embed="rId5">
            <a:alphaModFix/>
          </a:blip>
          <a:stretch>
            <a:fillRect/>
          </a:stretch>
        </p:blipFill>
        <p:spPr>
          <a:xfrm>
            <a:off x="775703" y="3900516"/>
            <a:ext cx="513601" cy="538050"/>
          </a:xfrm>
          <a:prstGeom prst="rect">
            <a:avLst/>
          </a:prstGeom>
          <a:noFill/>
          <a:ln>
            <a:noFill/>
          </a:ln>
        </p:spPr>
      </p:pic>
      <p:pic>
        <p:nvPicPr>
          <p:cNvPr id="150" name="Google Shape;150;p17" title="thin (1).png"/>
          <p:cNvPicPr preferRelativeResize="0"/>
          <p:nvPr/>
        </p:nvPicPr>
        <p:blipFill>
          <a:blip r:embed="rId6">
            <a:alphaModFix/>
          </a:blip>
          <a:stretch>
            <a:fillRect/>
          </a:stretch>
        </p:blipFill>
        <p:spPr>
          <a:xfrm>
            <a:off x="6653061" y="2080563"/>
            <a:ext cx="591675" cy="591650"/>
          </a:xfrm>
          <a:prstGeom prst="rect">
            <a:avLst/>
          </a:prstGeom>
          <a:noFill/>
          <a:ln>
            <a:noFill/>
          </a:ln>
        </p:spPr>
      </p:pic>
      <p:sp>
        <p:nvSpPr>
          <p:cNvPr id="151" name="Google Shape;151;p17"/>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66AFEF"/>
              </a:buClr>
              <a:buSzPts val="900"/>
              <a:buFont typeface="Arial"/>
              <a:buNone/>
            </a:pPr>
            <a:r>
              <a:rPr lang="it" sz="900">
                <a:solidFill>
                  <a:srgbClr val="66AFEF"/>
                </a:solidFill>
              </a:rPr>
              <a:t>© Fraido • July 2026 •  All rights reserved</a:t>
            </a:r>
            <a:endParaRPr sz="900">
              <a:solidFill>
                <a:srgbClr val="66AFE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156" name="Shape 156"/>
        <p:cNvGrpSpPr/>
        <p:nvPr/>
      </p:nvGrpSpPr>
      <p:grpSpPr>
        <a:xfrm>
          <a:off x="0" y="0"/>
          <a:ext cx="0" cy="0"/>
          <a:chOff x="0" y="0"/>
          <a:chExt cx="0" cy="0"/>
        </a:xfrm>
      </p:grpSpPr>
      <p:sp>
        <p:nvSpPr>
          <p:cNvPr id="157" name="Google Shape;157;p18"/>
          <p:cNvSpPr/>
          <p:nvPr/>
        </p:nvSpPr>
        <p:spPr>
          <a:xfrm>
            <a:off x="571500" y="228600"/>
            <a:ext cx="40902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AFDFF"/>
              </a:buClr>
              <a:buSzPts val="2700"/>
              <a:buFont typeface="Arial"/>
              <a:buNone/>
            </a:pPr>
            <a:r>
              <a:t/>
            </a:r>
            <a:endParaRPr sz="2700">
              <a:solidFill>
                <a:srgbClr val="FAFDFF"/>
              </a:solidFill>
              <a:latin typeface="Cambria"/>
              <a:ea typeface="Cambria"/>
              <a:cs typeface="Cambria"/>
              <a:sym typeface="Cambria"/>
            </a:endParaRPr>
          </a:p>
          <a:p>
            <a:pPr indent="0" lvl="0" marL="0" rtl="0" algn="l">
              <a:spcBef>
                <a:spcPts val="0"/>
              </a:spcBef>
              <a:spcAft>
                <a:spcPts val="0"/>
              </a:spcAft>
              <a:buClr>
                <a:srgbClr val="FAFDFF"/>
              </a:buClr>
              <a:buSzPts val="2700"/>
              <a:buFont typeface="Arial"/>
              <a:buNone/>
            </a:pPr>
            <a:r>
              <a:t/>
            </a:r>
            <a:endParaRPr b="1" sz="2700">
              <a:solidFill>
                <a:srgbClr val="FAFDFF"/>
              </a:solidFill>
              <a:latin typeface="Montserrat"/>
              <a:ea typeface="Montserrat"/>
              <a:cs typeface="Montserrat"/>
              <a:sym typeface="Montserrat"/>
            </a:endParaRPr>
          </a:p>
        </p:txBody>
      </p:sp>
      <p:grpSp>
        <p:nvGrpSpPr>
          <p:cNvPr id="158" name="Google Shape;158;p18"/>
          <p:cNvGrpSpPr/>
          <p:nvPr/>
        </p:nvGrpSpPr>
        <p:grpSpPr>
          <a:xfrm>
            <a:off x="8380531" y="4799776"/>
            <a:ext cx="697341" cy="280251"/>
            <a:chOff x="2419725" y="609600"/>
            <a:chExt cx="2865000" cy="1151400"/>
          </a:xfrm>
        </p:grpSpPr>
        <p:sp>
          <p:nvSpPr>
            <p:cNvPr id="159" name="Google Shape;159;p18"/>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160" name="Google Shape;160;p18"/>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161" name="Google Shape;161;p18"/>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66AFEF"/>
              </a:buClr>
              <a:buSzPts val="900"/>
              <a:buFont typeface="Arial"/>
              <a:buNone/>
            </a:pPr>
            <a:r>
              <a:rPr lang="it" sz="900">
                <a:solidFill>
                  <a:srgbClr val="66AFEF"/>
                </a:solidFill>
              </a:rPr>
              <a:t>© Fraido • July 2026 •  All rights reserved</a:t>
            </a:r>
            <a:endParaRPr sz="900">
              <a:solidFill>
                <a:srgbClr val="66AFEF"/>
              </a:solidFill>
            </a:endParaRPr>
          </a:p>
        </p:txBody>
      </p:sp>
      <p:grpSp>
        <p:nvGrpSpPr>
          <p:cNvPr id="162" name="Google Shape;162;p18"/>
          <p:cNvGrpSpPr/>
          <p:nvPr/>
        </p:nvGrpSpPr>
        <p:grpSpPr>
          <a:xfrm>
            <a:off x="1199384" y="2300673"/>
            <a:ext cx="1652759" cy="1615579"/>
            <a:chOff x="1529250" y="1698029"/>
            <a:chExt cx="1853700" cy="1812000"/>
          </a:xfrm>
        </p:grpSpPr>
        <p:sp>
          <p:nvSpPr>
            <p:cNvPr id="163" name="Google Shape;163;p18"/>
            <p:cNvSpPr/>
            <p:nvPr/>
          </p:nvSpPr>
          <p:spPr>
            <a:xfrm>
              <a:off x="1529250" y="1698029"/>
              <a:ext cx="1853700" cy="1812000"/>
            </a:xfrm>
            <a:prstGeom prst="roundRect">
              <a:avLst>
                <a:gd fmla="val 11221" name="adj"/>
              </a:avLst>
            </a:prstGeom>
            <a:solidFill>
              <a:srgbClr val="153750"/>
            </a:solidFill>
            <a:ln>
              <a:noFill/>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sp>
          <p:nvSpPr>
            <p:cNvPr id="164" name="Google Shape;164;p18"/>
            <p:cNvSpPr txBox="1"/>
            <p:nvPr/>
          </p:nvSpPr>
          <p:spPr>
            <a:xfrm>
              <a:off x="1607101" y="2867579"/>
              <a:ext cx="1698000" cy="531300"/>
            </a:xfrm>
            <a:prstGeom prst="rect">
              <a:avLst/>
            </a:prstGeom>
            <a:noFill/>
            <a:ln>
              <a:noFill/>
            </a:ln>
          </p:spPr>
          <p:txBody>
            <a:bodyPr anchorCtr="0" anchor="ctr" bIns="81525" lIns="81525" spcFirstLastPara="1" rIns="81525" wrap="square" tIns="81525">
              <a:noAutofit/>
            </a:bodyPr>
            <a:lstStyle/>
            <a:p>
              <a:pPr indent="0" lvl="0" marL="0" marR="0" rtl="0" algn="ctr">
                <a:lnSpc>
                  <a:spcPct val="100000"/>
                </a:lnSpc>
                <a:spcBef>
                  <a:spcPts val="0"/>
                </a:spcBef>
                <a:spcAft>
                  <a:spcPts val="0"/>
                </a:spcAft>
                <a:buClr>
                  <a:srgbClr val="000000"/>
                </a:buClr>
                <a:buSzPts val="1337"/>
                <a:buFont typeface="Arial"/>
                <a:buNone/>
              </a:pPr>
              <a:r>
                <a:rPr lang="it" sz="1816">
                  <a:solidFill>
                    <a:schemeClr val="lt1"/>
                  </a:solidFill>
                  <a:latin typeface="Calibri"/>
                  <a:ea typeface="Calibri"/>
                  <a:cs typeface="Calibri"/>
                  <a:sym typeface="Calibri"/>
                </a:rPr>
                <a:t>Manufacturer</a:t>
              </a:r>
              <a:endParaRPr i="0" sz="1816" u="none" cap="none" strike="noStrike">
                <a:solidFill>
                  <a:schemeClr val="lt1"/>
                </a:solidFill>
                <a:latin typeface="Calibri"/>
                <a:ea typeface="Calibri"/>
                <a:cs typeface="Calibri"/>
                <a:sym typeface="Calibri"/>
              </a:endParaRPr>
            </a:p>
          </p:txBody>
        </p:sp>
        <p:sp>
          <p:nvSpPr>
            <p:cNvPr id="165" name="Google Shape;165;p18"/>
            <p:cNvSpPr/>
            <p:nvPr/>
          </p:nvSpPr>
          <p:spPr>
            <a:xfrm>
              <a:off x="2088856" y="1878557"/>
              <a:ext cx="747600" cy="753900"/>
            </a:xfrm>
            <a:prstGeom prst="ellipse">
              <a:avLst/>
            </a:prstGeom>
            <a:solidFill>
              <a:srgbClr val="1E4B6E"/>
            </a:solidFill>
            <a:ln cap="flat" cmpd="sng" w="16975">
              <a:solidFill>
                <a:srgbClr val="33618C"/>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grpSp>
      <p:cxnSp>
        <p:nvCxnSpPr>
          <p:cNvPr id="166" name="Google Shape;166;p18"/>
          <p:cNvCxnSpPr/>
          <p:nvPr/>
        </p:nvCxnSpPr>
        <p:spPr>
          <a:xfrm>
            <a:off x="2957302" y="3236421"/>
            <a:ext cx="580500" cy="0"/>
          </a:xfrm>
          <a:prstGeom prst="straightConnector1">
            <a:avLst/>
          </a:prstGeom>
          <a:noFill/>
          <a:ln cap="flat" cmpd="sng" w="25475">
            <a:solidFill>
              <a:srgbClr val="FEB941"/>
            </a:solidFill>
            <a:prstDash val="solid"/>
            <a:round/>
            <a:headEnd len="med" w="med" type="none"/>
            <a:tailEnd len="med" w="med" type="triangle"/>
          </a:ln>
        </p:spPr>
      </p:cxnSp>
      <p:cxnSp>
        <p:nvCxnSpPr>
          <p:cNvPr id="167" name="Google Shape;167;p18"/>
          <p:cNvCxnSpPr/>
          <p:nvPr/>
        </p:nvCxnSpPr>
        <p:spPr>
          <a:xfrm>
            <a:off x="5400650" y="3236421"/>
            <a:ext cx="580500" cy="0"/>
          </a:xfrm>
          <a:prstGeom prst="straightConnector1">
            <a:avLst/>
          </a:prstGeom>
          <a:noFill/>
          <a:ln cap="flat" cmpd="sng" w="25475">
            <a:solidFill>
              <a:srgbClr val="FEB941"/>
            </a:solidFill>
            <a:prstDash val="solid"/>
            <a:round/>
            <a:headEnd len="med" w="med" type="none"/>
            <a:tailEnd len="med" w="med" type="triangle"/>
          </a:ln>
        </p:spPr>
      </p:cxnSp>
      <p:grpSp>
        <p:nvGrpSpPr>
          <p:cNvPr id="168" name="Google Shape;168;p18"/>
          <p:cNvGrpSpPr/>
          <p:nvPr/>
        </p:nvGrpSpPr>
        <p:grpSpPr>
          <a:xfrm>
            <a:off x="3642731" y="2300673"/>
            <a:ext cx="1652759" cy="1615579"/>
            <a:chOff x="1529250" y="1698029"/>
            <a:chExt cx="1853700" cy="1812000"/>
          </a:xfrm>
        </p:grpSpPr>
        <p:sp>
          <p:nvSpPr>
            <p:cNvPr id="169" name="Google Shape;169;p18"/>
            <p:cNvSpPr/>
            <p:nvPr/>
          </p:nvSpPr>
          <p:spPr>
            <a:xfrm>
              <a:off x="1529250" y="1698029"/>
              <a:ext cx="1853700" cy="1812000"/>
            </a:xfrm>
            <a:prstGeom prst="roundRect">
              <a:avLst>
                <a:gd fmla="val 11221" name="adj"/>
              </a:avLst>
            </a:prstGeom>
            <a:solidFill>
              <a:srgbClr val="153750"/>
            </a:solidFill>
            <a:ln>
              <a:noFill/>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sp>
          <p:nvSpPr>
            <p:cNvPr id="170" name="Google Shape;170;p18"/>
            <p:cNvSpPr txBox="1"/>
            <p:nvPr/>
          </p:nvSpPr>
          <p:spPr>
            <a:xfrm>
              <a:off x="1607101" y="2867579"/>
              <a:ext cx="1698000" cy="531300"/>
            </a:xfrm>
            <a:prstGeom prst="rect">
              <a:avLst/>
            </a:prstGeom>
            <a:noFill/>
            <a:ln>
              <a:noFill/>
            </a:ln>
          </p:spPr>
          <p:txBody>
            <a:bodyPr anchorCtr="0" anchor="ctr" bIns="81525" lIns="81525" spcFirstLastPara="1" rIns="81525" wrap="square" tIns="81525">
              <a:noAutofit/>
            </a:bodyPr>
            <a:lstStyle/>
            <a:p>
              <a:pPr indent="0" lvl="0" marL="0" marR="0" rtl="0" algn="ctr">
                <a:lnSpc>
                  <a:spcPct val="100000"/>
                </a:lnSpc>
                <a:spcBef>
                  <a:spcPts val="0"/>
                </a:spcBef>
                <a:spcAft>
                  <a:spcPts val="0"/>
                </a:spcAft>
                <a:buClr>
                  <a:srgbClr val="000000"/>
                </a:buClr>
                <a:buSzPts val="1337"/>
                <a:buFont typeface="Arial"/>
                <a:buNone/>
              </a:pPr>
              <a:r>
                <a:rPr lang="it" sz="1816">
                  <a:solidFill>
                    <a:schemeClr val="lt1"/>
                  </a:solidFill>
                  <a:latin typeface="Calibri"/>
                  <a:ea typeface="Calibri"/>
                  <a:cs typeface="Calibri"/>
                  <a:sym typeface="Calibri"/>
                </a:rPr>
                <a:t>Distributors </a:t>
              </a:r>
              <a:endParaRPr i="0" sz="1816" u="none" cap="none" strike="noStrike">
                <a:solidFill>
                  <a:schemeClr val="lt1"/>
                </a:solidFill>
                <a:latin typeface="Calibri"/>
                <a:ea typeface="Calibri"/>
                <a:cs typeface="Calibri"/>
                <a:sym typeface="Calibri"/>
              </a:endParaRPr>
            </a:p>
          </p:txBody>
        </p:sp>
        <p:sp>
          <p:nvSpPr>
            <p:cNvPr id="171" name="Google Shape;171;p18"/>
            <p:cNvSpPr/>
            <p:nvPr/>
          </p:nvSpPr>
          <p:spPr>
            <a:xfrm>
              <a:off x="2088856" y="1878557"/>
              <a:ext cx="747600" cy="753900"/>
            </a:xfrm>
            <a:prstGeom prst="ellipse">
              <a:avLst/>
            </a:prstGeom>
            <a:solidFill>
              <a:srgbClr val="1E4B6E"/>
            </a:solidFill>
            <a:ln cap="flat" cmpd="sng" w="16975">
              <a:solidFill>
                <a:srgbClr val="33618C"/>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grpSp>
      <p:grpSp>
        <p:nvGrpSpPr>
          <p:cNvPr id="172" name="Google Shape;172;p18"/>
          <p:cNvGrpSpPr/>
          <p:nvPr/>
        </p:nvGrpSpPr>
        <p:grpSpPr>
          <a:xfrm>
            <a:off x="5891978" y="2300673"/>
            <a:ext cx="2052642" cy="1615579"/>
            <a:chOff x="1311550" y="1698029"/>
            <a:chExt cx="2302200" cy="1812000"/>
          </a:xfrm>
        </p:grpSpPr>
        <p:sp>
          <p:nvSpPr>
            <p:cNvPr id="173" name="Google Shape;173;p18"/>
            <p:cNvSpPr/>
            <p:nvPr/>
          </p:nvSpPr>
          <p:spPr>
            <a:xfrm>
              <a:off x="1529250" y="1698029"/>
              <a:ext cx="1853700" cy="1812000"/>
            </a:xfrm>
            <a:prstGeom prst="roundRect">
              <a:avLst>
                <a:gd fmla="val 11221" name="adj"/>
              </a:avLst>
            </a:prstGeom>
            <a:solidFill>
              <a:srgbClr val="153750"/>
            </a:solidFill>
            <a:ln>
              <a:noFill/>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sp>
          <p:nvSpPr>
            <p:cNvPr id="174" name="Google Shape;174;p18"/>
            <p:cNvSpPr txBox="1"/>
            <p:nvPr/>
          </p:nvSpPr>
          <p:spPr>
            <a:xfrm>
              <a:off x="1311550" y="2873604"/>
              <a:ext cx="2302200" cy="531300"/>
            </a:xfrm>
            <a:prstGeom prst="rect">
              <a:avLst/>
            </a:prstGeom>
            <a:noFill/>
            <a:ln>
              <a:noFill/>
            </a:ln>
          </p:spPr>
          <p:txBody>
            <a:bodyPr anchorCtr="0" anchor="ctr" bIns="81525" lIns="81525" spcFirstLastPara="1" rIns="81525" wrap="square" tIns="81525">
              <a:noAutofit/>
            </a:bodyPr>
            <a:lstStyle/>
            <a:p>
              <a:pPr indent="0" lvl="0" marL="0" marR="0" rtl="0" algn="ctr">
                <a:lnSpc>
                  <a:spcPct val="100000"/>
                </a:lnSpc>
                <a:spcBef>
                  <a:spcPts val="0"/>
                </a:spcBef>
                <a:spcAft>
                  <a:spcPts val="0"/>
                </a:spcAft>
                <a:buClr>
                  <a:srgbClr val="000000"/>
                </a:buClr>
                <a:buSzPts val="1337"/>
                <a:buFont typeface="Arial"/>
                <a:buNone/>
              </a:pPr>
              <a:r>
                <a:rPr lang="it" sz="1816">
                  <a:solidFill>
                    <a:schemeClr val="lt1"/>
                  </a:solidFill>
                  <a:latin typeface="Calibri"/>
                  <a:ea typeface="Calibri"/>
                  <a:cs typeface="Calibri"/>
                  <a:sym typeface="Calibri"/>
                </a:rPr>
                <a:t>Hospitals</a:t>
              </a:r>
              <a:endParaRPr i="0" sz="1816" u="none" cap="none" strike="noStrike">
                <a:solidFill>
                  <a:schemeClr val="lt1"/>
                </a:solidFill>
                <a:latin typeface="Calibri"/>
                <a:ea typeface="Calibri"/>
                <a:cs typeface="Calibri"/>
                <a:sym typeface="Calibri"/>
              </a:endParaRPr>
            </a:p>
          </p:txBody>
        </p:sp>
        <p:sp>
          <p:nvSpPr>
            <p:cNvPr id="175" name="Google Shape;175;p18"/>
            <p:cNvSpPr/>
            <p:nvPr/>
          </p:nvSpPr>
          <p:spPr>
            <a:xfrm>
              <a:off x="2088856" y="1878557"/>
              <a:ext cx="747600" cy="753900"/>
            </a:xfrm>
            <a:prstGeom prst="ellipse">
              <a:avLst/>
            </a:prstGeom>
            <a:solidFill>
              <a:srgbClr val="1E4B6E"/>
            </a:solidFill>
            <a:ln cap="flat" cmpd="sng" w="16975">
              <a:solidFill>
                <a:srgbClr val="33618C"/>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grpSp>
      <p:sp>
        <p:nvSpPr>
          <p:cNvPr id="176" name="Google Shape;176;p18"/>
          <p:cNvSpPr/>
          <p:nvPr/>
        </p:nvSpPr>
        <p:spPr>
          <a:xfrm>
            <a:off x="571500" y="228600"/>
            <a:ext cx="8084100" cy="61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DFF"/>
              </a:buClr>
              <a:buSzPts val="2700"/>
              <a:buFont typeface="Arial"/>
              <a:buNone/>
            </a:pPr>
            <a:r>
              <a:rPr b="1" lang="it" sz="2700">
                <a:solidFill>
                  <a:srgbClr val="FAFDFF"/>
                </a:solidFill>
                <a:latin typeface="Cambria"/>
                <a:ea typeface="Cambria"/>
                <a:cs typeface="Cambria"/>
                <a:sym typeface="Cambria"/>
              </a:rPr>
              <a:t>B2B2B</a:t>
            </a:r>
            <a:endParaRPr b="1" i="0" sz="2700" u="none" cap="none" strike="noStrike">
              <a:solidFill>
                <a:srgbClr val="FAFDFF"/>
              </a:solidFill>
              <a:latin typeface="Cambria"/>
              <a:ea typeface="Cambria"/>
              <a:cs typeface="Cambria"/>
              <a:sym typeface="Cambria"/>
            </a:endParaRPr>
          </a:p>
        </p:txBody>
      </p:sp>
      <p:grpSp>
        <p:nvGrpSpPr>
          <p:cNvPr id="177" name="Google Shape;177;p18"/>
          <p:cNvGrpSpPr/>
          <p:nvPr/>
        </p:nvGrpSpPr>
        <p:grpSpPr>
          <a:xfrm>
            <a:off x="1729763" y="2681032"/>
            <a:ext cx="603656" cy="242600"/>
            <a:chOff x="2419725" y="609600"/>
            <a:chExt cx="2865000" cy="1151400"/>
          </a:xfrm>
        </p:grpSpPr>
        <p:sp>
          <p:nvSpPr>
            <p:cNvPr id="178" name="Google Shape;178;p18"/>
            <p:cNvSpPr/>
            <p:nvPr/>
          </p:nvSpPr>
          <p:spPr>
            <a:xfrm>
              <a:off x="2419725" y="609600"/>
              <a:ext cx="2865000" cy="1151400"/>
            </a:xfrm>
            <a:prstGeom prst="roundRect">
              <a:avLst>
                <a:gd fmla="val 16667" name="adj"/>
              </a:avLst>
            </a:prstGeom>
            <a:noFill/>
            <a:ln cap="flat" cmpd="sng" w="9100">
              <a:solidFill>
                <a:schemeClr val="lt1"/>
              </a:solidFill>
              <a:prstDash val="solid"/>
              <a:round/>
              <a:headEnd len="sm" w="sm" type="none"/>
              <a:tailEnd len="sm" w="sm" type="none"/>
            </a:ln>
          </p:spPr>
          <p:txBody>
            <a:bodyPr anchorCtr="0" anchor="ctr" bIns="10950" lIns="10950" spcFirstLastPara="1" rIns="10950" wrap="square" tIns="10950">
              <a:noAutofit/>
            </a:bodyPr>
            <a:lstStyle/>
            <a:p>
              <a:pPr indent="0" lvl="0" marL="0" marR="0" rtl="0" algn="ctr">
                <a:lnSpc>
                  <a:spcPct val="100000"/>
                </a:lnSpc>
                <a:spcBef>
                  <a:spcPts val="0"/>
                </a:spcBef>
                <a:spcAft>
                  <a:spcPts val="0"/>
                </a:spcAft>
                <a:buClr>
                  <a:srgbClr val="000000"/>
                </a:buClr>
                <a:buSzPts val="803"/>
                <a:buFont typeface="Arial"/>
                <a:buNone/>
              </a:pPr>
              <a:r>
                <a:t/>
              </a:r>
              <a:endParaRPr b="1" i="0" sz="803" u="none" cap="none" strike="noStrike">
                <a:solidFill>
                  <a:schemeClr val="lt1"/>
                </a:solidFill>
                <a:highlight>
                  <a:schemeClr val="lt1"/>
                </a:highlight>
                <a:latin typeface="Montserrat"/>
                <a:ea typeface="Montserrat"/>
                <a:cs typeface="Montserrat"/>
                <a:sym typeface="Montserrat"/>
              </a:endParaRPr>
            </a:p>
          </p:txBody>
        </p:sp>
        <p:sp>
          <p:nvSpPr>
            <p:cNvPr id="179" name="Google Shape;179;p18"/>
            <p:cNvSpPr txBox="1"/>
            <p:nvPr/>
          </p:nvSpPr>
          <p:spPr>
            <a:xfrm>
              <a:off x="2684325" y="785700"/>
              <a:ext cx="2335800" cy="799200"/>
            </a:xfrm>
            <a:prstGeom prst="rect">
              <a:avLst/>
            </a:prstGeom>
            <a:noFill/>
            <a:ln>
              <a:noFill/>
            </a:ln>
          </p:spPr>
          <p:txBody>
            <a:bodyPr anchorCtr="0" anchor="ctr" bIns="10950" lIns="10950" spcFirstLastPara="1" rIns="10950" wrap="square" tIns="10950">
              <a:noAutofit/>
            </a:bodyPr>
            <a:lstStyle/>
            <a:p>
              <a:pPr indent="0" lvl="0" marL="0" marR="0" rtl="0" algn="ctr">
                <a:lnSpc>
                  <a:spcPct val="100000"/>
                </a:lnSpc>
                <a:spcBef>
                  <a:spcPts val="0"/>
                </a:spcBef>
                <a:spcAft>
                  <a:spcPts val="0"/>
                </a:spcAft>
                <a:buClr>
                  <a:srgbClr val="000000"/>
                </a:buClr>
                <a:buSzPts val="983"/>
                <a:buFont typeface="Arial"/>
                <a:buNone/>
              </a:pPr>
              <a:r>
                <a:rPr b="1" i="0" lang="it" sz="983" u="none" cap="none" strike="noStrike">
                  <a:solidFill>
                    <a:schemeClr val="lt1"/>
                  </a:solidFill>
                  <a:latin typeface="Montserrat"/>
                  <a:ea typeface="Montserrat"/>
                  <a:cs typeface="Montserrat"/>
                  <a:sym typeface="Montserrat"/>
                </a:rPr>
                <a:t>Fraido</a:t>
              </a:r>
              <a:endParaRPr b="1" i="0" sz="983" u="none" cap="none" strike="noStrike">
                <a:solidFill>
                  <a:schemeClr val="lt1"/>
                </a:solidFill>
                <a:latin typeface="Montserrat"/>
                <a:ea typeface="Montserrat"/>
                <a:cs typeface="Montserrat"/>
                <a:sym typeface="Montserrat"/>
              </a:endParaRPr>
            </a:p>
          </p:txBody>
        </p:sp>
      </p:grpSp>
      <p:pic>
        <p:nvPicPr>
          <p:cNvPr id="180" name="Google Shape;180;p18" title="delivery-van.png"/>
          <p:cNvPicPr preferRelativeResize="0"/>
          <p:nvPr/>
        </p:nvPicPr>
        <p:blipFill>
          <a:blip r:embed="rId3">
            <a:alphaModFix/>
          </a:blip>
          <a:stretch>
            <a:fillRect/>
          </a:stretch>
        </p:blipFill>
        <p:spPr>
          <a:xfrm>
            <a:off x="4244457" y="2552393"/>
            <a:ext cx="500525" cy="500525"/>
          </a:xfrm>
          <a:prstGeom prst="rect">
            <a:avLst/>
          </a:prstGeom>
          <a:noFill/>
          <a:ln>
            <a:noFill/>
          </a:ln>
        </p:spPr>
      </p:pic>
      <p:pic>
        <p:nvPicPr>
          <p:cNvPr id="181" name="Google Shape;181;p18" title="hospital.png"/>
          <p:cNvPicPr preferRelativeResize="0"/>
          <p:nvPr/>
        </p:nvPicPr>
        <p:blipFill>
          <a:blip r:embed="rId4">
            <a:alphaModFix/>
          </a:blip>
          <a:stretch>
            <a:fillRect/>
          </a:stretch>
        </p:blipFill>
        <p:spPr>
          <a:xfrm>
            <a:off x="6668050" y="2518065"/>
            <a:ext cx="500525" cy="500500"/>
          </a:xfrm>
          <a:prstGeom prst="rect">
            <a:avLst/>
          </a:prstGeom>
          <a:noFill/>
          <a:ln>
            <a:noFill/>
          </a:ln>
        </p:spPr>
      </p:pic>
      <p:grpSp>
        <p:nvGrpSpPr>
          <p:cNvPr id="182" name="Google Shape;182;p18"/>
          <p:cNvGrpSpPr/>
          <p:nvPr/>
        </p:nvGrpSpPr>
        <p:grpSpPr>
          <a:xfrm>
            <a:off x="512149" y="1011850"/>
            <a:ext cx="3033083" cy="753900"/>
            <a:chOff x="504644" y="1011850"/>
            <a:chExt cx="3033083" cy="753900"/>
          </a:xfrm>
        </p:grpSpPr>
        <p:grpSp>
          <p:nvGrpSpPr>
            <p:cNvPr id="183" name="Google Shape;183;p18"/>
            <p:cNvGrpSpPr/>
            <p:nvPr/>
          </p:nvGrpSpPr>
          <p:grpSpPr>
            <a:xfrm>
              <a:off x="504644" y="1011850"/>
              <a:ext cx="3033083" cy="753900"/>
              <a:chOff x="1751601" y="2614814"/>
              <a:chExt cx="2322600" cy="753900"/>
            </a:xfrm>
          </p:grpSpPr>
          <p:sp>
            <p:nvSpPr>
              <p:cNvPr id="184" name="Google Shape;184;p18"/>
              <p:cNvSpPr/>
              <p:nvPr/>
            </p:nvSpPr>
            <p:spPr>
              <a:xfrm>
                <a:off x="1751601" y="2614814"/>
                <a:ext cx="2322600" cy="7539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18"/>
              <p:cNvSpPr txBox="1"/>
              <p:nvPr/>
            </p:nvSpPr>
            <p:spPr>
              <a:xfrm>
                <a:off x="2396038" y="2730814"/>
                <a:ext cx="1498500" cy="531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500"/>
                  <a:buFont typeface="Arial"/>
                  <a:buNone/>
                </a:pPr>
                <a:r>
                  <a:rPr lang="it" sz="1800">
                    <a:solidFill>
                      <a:schemeClr val="lt1"/>
                    </a:solidFill>
                    <a:latin typeface="Calibri"/>
                    <a:ea typeface="Calibri"/>
                    <a:cs typeface="Calibri"/>
                    <a:sym typeface="Calibri"/>
                  </a:rPr>
                  <a:t>Disposable device</a:t>
                </a:r>
                <a:endParaRPr i="0" sz="1800" u="none" cap="none" strike="noStrike">
                  <a:solidFill>
                    <a:schemeClr val="lt1"/>
                  </a:solidFill>
                  <a:latin typeface="Calibri"/>
                  <a:ea typeface="Calibri"/>
                  <a:cs typeface="Calibri"/>
                  <a:sym typeface="Calibri"/>
                </a:endParaRPr>
              </a:p>
            </p:txBody>
          </p:sp>
        </p:grpSp>
        <p:sp>
          <p:nvSpPr>
            <p:cNvPr id="186" name="Google Shape;186;p18"/>
            <p:cNvSpPr/>
            <p:nvPr/>
          </p:nvSpPr>
          <p:spPr>
            <a:xfrm>
              <a:off x="606904" y="1057341"/>
              <a:ext cx="666600" cy="672300"/>
            </a:xfrm>
            <a:prstGeom prst="ellipse">
              <a:avLst/>
            </a:prstGeom>
            <a:solidFill>
              <a:srgbClr val="1E4B6E"/>
            </a:solidFill>
            <a:ln cap="flat" cmpd="sng" w="16975">
              <a:solidFill>
                <a:srgbClr val="33618C"/>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pic>
          <p:nvPicPr>
            <p:cNvPr id="187" name="Google Shape;187;p18" title="traffic-signal.png"/>
            <p:cNvPicPr preferRelativeResize="0"/>
            <p:nvPr/>
          </p:nvPicPr>
          <p:blipFill>
            <a:blip r:embed="rId5">
              <a:alphaModFix/>
            </a:blip>
            <a:stretch>
              <a:fillRect/>
            </a:stretch>
          </p:blipFill>
          <p:spPr>
            <a:xfrm flipH="1" rot="-1238015">
              <a:off x="679196" y="1130375"/>
              <a:ext cx="526250" cy="526250"/>
            </a:xfrm>
            <a:prstGeom prst="rect">
              <a:avLst/>
            </a:prstGeom>
            <a:noFill/>
            <a:ln>
              <a:noFill/>
            </a:ln>
          </p:spPr>
        </p:pic>
        <p:pic>
          <p:nvPicPr>
            <p:cNvPr id="188" name="Google Shape;188;p18" title="number-2.png"/>
            <p:cNvPicPr preferRelativeResize="0"/>
            <p:nvPr/>
          </p:nvPicPr>
          <p:blipFill>
            <a:blip r:embed="rId6">
              <a:alphaModFix/>
            </a:blip>
            <a:stretch>
              <a:fillRect/>
            </a:stretch>
          </p:blipFill>
          <p:spPr>
            <a:xfrm>
              <a:off x="738267" y="1178121"/>
              <a:ext cx="408103" cy="408075"/>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193" name="Shape 193"/>
        <p:cNvGrpSpPr/>
        <p:nvPr/>
      </p:nvGrpSpPr>
      <p:grpSpPr>
        <a:xfrm>
          <a:off x="0" y="0"/>
          <a:ext cx="0" cy="0"/>
          <a:chOff x="0" y="0"/>
          <a:chExt cx="0" cy="0"/>
        </a:xfrm>
      </p:grpSpPr>
      <p:sp>
        <p:nvSpPr>
          <p:cNvPr id="194" name="Google Shape;194;p19"/>
          <p:cNvSpPr/>
          <p:nvPr/>
        </p:nvSpPr>
        <p:spPr>
          <a:xfrm>
            <a:off x="571500" y="228600"/>
            <a:ext cx="40902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AFDFF"/>
              </a:buClr>
              <a:buSzPts val="2700"/>
              <a:buFont typeface="Arial"/>
              <a:buNone/>
            </a:pPr>
            <a:r>
              <a:t/>
            </a:r>
            <a:endParaRPr sz="2700">
              <a:solidFill>
                <a:srgbClr val="FAFDFF"/>
              </a:solidFill>
              <a:latin typeface="Cambria"/>
              <a:ea typeface="Cambria"/>
              <a:cs typeface="Cambria"/>
              <a:sym typeface="Cambria"/>
            </a:endParaRPr>
          </a:p>
          <a:p>
            <a:pPr indent="0" lvl="0" marL="0" rtl="0" algn="l">
              <a:spcBef>
                <a:spcPts val="0"/>
              </a:spcBef>
              <a:spcAft>
                <a:spcPts val="0"/>
              </a:spcAft>
              <a:buClr>
                <a:srgbClr val="FAFDFF"/>
              </a:buClr>
              <a:buSzPts val="2700"/>
              <a:buFont typeface="Arial"/>
              <a:buNone/>
            </a:pPr>
            <a:r>
              <a:t/>
            </a:r>
            <a:endParaRPr b="1" sz="2700">
              <a:solidFill>
                <a:srgbClr val="FAFDFF"/>
              </a:solidFill>
              <a:latin typeface="Montserrat"/>
              <a:ea typeface="Montserrat"/>
              <a:cs typeface="Montserrat"/>
              <a:sym typeface="Montserrat"/>
            </a:endParaRPr>
          </a:p>
        </p:txBody>
      </p:sp>
      <p:grpSp>
        <p:nvGrpSpPr>
          <p:cNvPr id="195" name="Google Shape;195;p19"/>
          <p:cNvGrpSpPr/>
          <p:nvPr/>
        </p:nvGrpSpPr>
        <p:grpSpPr>
          <a:xfrm>
            <a:off x="8380531" y="4799776"/>
            <a:ext cx="697341" cy="280251"/>
            <a:chOff x="2419725" y="609600"/>
            <a:chExt cx="2865000" cy="1151400"/>
          </a:xfrm>
        </p:grpSpPr>
        <p:sp>
          <p:nvSpPr>
            <p:cNvPr id="196" name="Google Shape;196;p19"/>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197" name="Google Shape;197;p19"/>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198" name="Google Shape;198;p19"/>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66AFEF"/>
              </a:buClr>
              <a:buSzPts val="900"/>
              <a:buFont typeface="Arial"/>
              <a:buNone/>
            </a:pPr>
            <a:r>
              <a:rPr lang="it" sz="900">
                <a:solidFill>
                  <a:srgbClr val="66AFEF"/>
                </a:solidFill>
              </a:rPr>
              <a:t>© Fraido • July 2026 •  All rights reserved</a:t>
            </a:r>
            <a:endParaRPr sz="900">
              <a:solidFill>
                <a:srgbClr val="66AFEF"/>
              </a:solidFill>
            </a:endParaRPr>
          </a:p>
        </p:txBody>
      </p:sp>
      <p:grpSp>
        <p:nvGrpSpPr>
          <p:cNvPr id="199" name="Google Shape;199;p19"/>
          <p:cNvGrpSpPr/>
          <p:nvPr/>
        </p:nvGrpSpPr>
        <p:grpSpPr>
          <a:xfrm>
            <a:off x="1199384" y="1468858"/>
            <a:ext cx="1652759" cy="1615579"/>
            <a:chOff x="1529250" y="1698029"/>
            <a:chExt cx="1853700" cy="1812000"/>
          </a:xfrm>
        </p:grpSpPr>
        <p:sp>
          <p:nvSpPr>
            <p:cNvPr id="200" name="Google Shape;200;p19"/>
            <p:cNvSpPr/>
            <p:nvPr/>
          </p:nvSpPr>
          <p:spPr>
            <a:xfrm>
              <a:off x="1529250" y="1698029"/>
              <a:ext cx="1853700" cy="1812000"/>
            </a:xfrm>
            <a:prstGeom prst="roundRect">
              <a:avLst>
                <a:gd fmla="val 11221" name="adj"/>
              </a:avLst>
            </a:prstGeom>
            <a:solidFill>
              <a:srgbClr val="153750"/>
            </a:solidFill>
            <a:ln>
              <a:noFill/>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sp>
          <p:nvSpPr>
            <p:cNvPr id="201" name="Google Shape;201;p19"/>
            <p:cNvSpPr txBox="1"/>
            <p:nvPr/>
          </p:nvSpPr>
          <p:spPr>
            <a:xfrm>
              <a:off x="1607101" y="2867579"/>
              <a:ext cx="1698000" cy="531300"/>
            </a:xfrm>
            <a:prstGeom prst="rect">
              <a:avLst/>
            </a:prstGeom>
            <a:noFill/>
            <a:ln>
              <a:noFill/>
            </a:ln>
          </p:spPr>
          <p:txBody>
            <a:bodyPr anchorCtr="0" anchor="ctr" bIns="81525" lIns="81525" spcFirstLastPara="1" rIns="81525" wrap="square" tIns="81525">
              <a:noAutofit/>
            </a:bodyPr>
            <a:lstStyle/>
            <a:p>
              <a:pPr indent="0" lvl="0" marL="0" marR="0" rtl="0" algn="ctr">
                <a:lnSpc>
                  <a:spcPct val="100000"/>
                </a:lnSpc>
                <a:spcBef>
                  <a:spcPts val="0"/>
                </a:spcBef>
                <a:spcAft>
                  <a:spcPts val="0"/>
                </a:spcAft>
                <a:buClr>
                  <a:srgbClr val="000000"/>
                </a:buClr>
                <a:buSzPts val="1337"/>
                <a:buFont typeface="Arial"/>
                <a:buNone/>
              </a:pPr>
              <a:r>
                <a:rPr lang="it" sz="1816">
                  <a:solidFill>
                    <a:schemeClr val="lt1"/>
                  </a:solidFill>
                  <a:latin typeface="Calibri"/>
                  <a:ea typeface="Calibri"/>
                  <a:cs typeface="Calibri"/>
                  <a:sym typeface="Calibri"/>
                </a:rPr>
                <a:t>Designed by</a:t>
              </a:r>
              <a:endParaRPr sz="1816">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37"/>
                <a:buFont typeface="Arial"/>
                <a:buNone/>
              </a:pPr>
              <a:r>
                <a:rPr lang="it" sz="1816">
                  <a:solidFill>
                    <a:schemeClr val="lt1"/>
                  </a:solidFill>
                  <a:latin typeface="Calibri"/>
                  <a:ea typeface="Calibri"/>
                  <a:cs typeface="Calibri"/>
                  <a:sym typeface="Calibri"/>
                </a:rPr>
                <a:t> KOL</a:t>
              </a:r>
              <a:r>
                <a:rPr baseline="30000" lang="it" sz="1800">
                  <a:solidFill>
                    <a:srgbClr val="9E9E9E"/>
                  </a:solidFill>
                  <a:latin typeface="Calibri"/>
                  <a:ea typeface="Calibri"/>
                  <a:cs typeface="Calibri"/>
                  <a:sym typeface="Calibri"/>
                </a:rPr>
                <a:t>(Loi)</a:t>
              </a:r>
              <a:endParaRPr i="0" sz="1816" u="none" cap="none" strike="noStrike">
                <a:solidFill>
                  <a:schemeClr val="lt1"/>
                </a:solidFill>
                <a:latin typeface="Calibri"/>
                <a:ea typeface="Calibri"/>
                <a:cs typeface="Calibri"/>
                <a:sym typeface="Calibri"/>
              </a:endParaRPr>
            </a:p>
          </p:txBody>
        </p:sp>
        <p:sp>
          <p:nvSpPr>
            <p:cNvPr id="202" name="Google Shape;202;p19"/>
            <p:cNvSpPr/>
            <p:nvPr/>
          </p:nvSpPr>
          <p:spPr>
            <a:xfrm>
              <a:off x="2088856" y="1878557"/>
              <a:ext cx="747600" cy="753900"/>
            </a:xfrm>
            <a:prstGeom prst="ellipse">
              <a:avLst/>
            </a:prstGeom>
            <a:solidFill>
              <a:srgbClr val="1E4B6E"/>
            </a:solidFill>
            <a:ln cap="flat" cmpd="sng" w="16975">
              <a:solidFill>
                <a:srgbClr val="33618C"/>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grpSp>
      <p:cxnSp>
        <p:nvCxnSpPr>
          <p:cNvPr id="203" name="Google Shape;203;p19"/>
          <p:cNvCxnSpPr/>
          <p:nvPr/>
        </p:nvCxnSpPr>
        <p:spPr>
          <a:xfrm>
            <a:off x="2957302" y="2404606"/>
            <a:ext cx="580500" cy="0"/>
          </a:xfrm>
          <a:prstGeom prst="straightConnector1">
            <a:avLst/>
          </a:prstGeom>
          <a:noFill/>
          <a:ln cap="flat" cmpd="sng" w="25475">
            <a:solidFill>
              <a:srgbClr val="FEB941"/>
            </a:solidFill>
            <a:prstDash val="solid"/>
            <a:round/>
            <a:headEnd len="med" w="med" type="none"/>
            <a:tailEnd len="med" w="med" type="triangle"/>
          </a:ln>
        </p:spPr>
      </p:cxnSp>
      <p:cxnSp>
        <p:nvCxnSpPr>
          <p:cNvPr id="204" name="Google Shape;204;p19"/>
          <p:cNvCxnSpPr/>
          <p:nvPr/>
        </p:nvCxnSpPr>
        <p:spPr>
          <a:xfrm>
            <a:off x="5400650" y="2404606"/>
            <a:ext cx="580500" cy="0"/>
          </a:xfrm>
          <a:prstGeom prst="straightConnector1">
            <a:avLst/>
          </a:prstGeom>
          <a:noFill/>
          <a:ln cap="flat" cmpd="sng" w="25475">
            <a:solidFill>
              <a:srgbClr val="FEB941"/>
            </a:solidFill>
            <a:prstDash val="solid"/>
            <a:round/>
            <a:headEnd len="med" w="med" type="none"/>
            <a:tailEnd len="med" w="med" type="triangle"/>
          </a:ln>
        </p:spPr>
      </p:cxnSp>
      <p:grpSp>
        <p:nvGrpSpPr>
          <p:cNvPr id="205" name="Google Shape;205;p19"/>
          <p:cNvGrpSpPr/>
          <p:nvPr/>
        </p:nvGrpSpPr>
        <p:grpSpPr>
          <a:xfrm>
            <a:off x="3642731" y="1468858"/>
            <a:ext cx="1652759" cy="1615579"/>
            <a:chOff x="1529250" y="1698029"/>
            <a:chExt cx="1853700" cy="1812000"/>
          </a:xfrm>
        </p:grpSpPr>
        <p:sp>
          <p:nvSpPr>
            <p:cNvPr id="206" name="Google Shape;206;p19"/>
            <p:cNvSpPr/>
            <p:nvPr/>
          </p:nvSpPr>
          <p:spPr>
            <a:xfrm>
              <a:off x="1529250" y="1698029"/>
              <a:ext cx="1853700" cy="1812000"/>
            </a:xfrm>
            <a:prstGeom prst="roundRect">
              <a:avLst>
                <a:gd fmla="val 11221" name="adj"/>
              </a:avLst>
            </a:prstGeom>
            <a:solidFill>
              <a:srgbClr val="153750"/>
            </a:solidFill>
            <a:ln>
              <a:noFill/>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sp>
          <p:nvSpPr>
            <p:cNvPr id="207" name="Google Shape;207;p19"/>
            <p:cNvSpPr txBox="1"/>
            <p:nvPr/>
          </p:nvSpPr>
          <p:spPr>
            <a:xfrm>
              <a:off x="1607101" y="2867579"/>
              <a:ext cx="1698000" cy="531300"/>
            </a:xfrm>
            <a:prstGeom prst="rect">
              <a:avLst/>
            </a:prstGeom>
            <a:noFill/>
            <a:ln>
              <a:noFill/>
            </a:ln>
          </p:spPr>
          <p:txBody>
            <a:bodyPr anchorCtr="0" anchor="ctr" bIns="81525" lIns="81525" spcFirstLastPara="1" rIns="81525" wrap="square" tIns="81525">
              <a:noAutofit/>
            </a:bodyPr>
            <a:lstStyle/>
            <a:p>
              <a:pPr indent="0" lvl="0" marL="0" marR="0" rtl="0" algn="ctr">
                <a:lnSpc>
                  <a:spcPct val="100000"/>
                </a:lnSpc>
                <a:spcBef>
                  <a:spcPts val="0"/>
                </a:spcBef>
                <a:spcAft>
                  <a:spcPts val="0"/>
                </a:spcAft>
                <a:buClr>
                  <a:srgbClr val="000000"/>
                </a:buClr>
                <a:buSzPts val="1337"/>
                <a:buFont typeface="Arial"/>
                <a:buNone/>
              </a:pPr>
              <a:r>
                <a:rPr lang="it" sz="1816">
                  <a:solidFill>
                    <a:schemeClr val="lt1"/>
                  </a:solidFill>
                  <a:latin typeface="Calibri"/>
                  <a:ea typeface="Calibri"/>
                  <a:cs typeface="Calibri"/>
                  <a:sym typeface="Calibri"/>
                </a:rPr>
                <a:t>Distributors partnership</a:t>
              </a:r>
              <a:endParaRPr i="0" sz="1816" u="none" cap="none" strike="noStrike">
                <a:solidFill>
                  <a:schemeClr val="lt1"/>
                </a:solidFill>
                <a:latin typeface="Calibri"/>
                <a:ea typeface="Calibri"/>
                <a:cs typeface="Calibri"/>
                <a:sym typeface="Calibri"/>
              </a:endParaRPr>
            </a:p>
          </p:txBody>
        </p:sp>
        <p:sp>
          <p:nvSpPr>
            <p:cNvPr id="208" name="Google Shape;208;p19"/>
            <p:cNvSpPr/>
            <p:nvPr/>
          </p:nvSpPr>
          <p:spPr>
            <a:xfrm>
              <a:off x="2088856" y="1878557"/>
              <a:ext cx="747600" cy="753900"/>
            </a:xfrm>
            <a:prstGeom prst="ellipse">
              <a:avLst/>
            </a:prstGeom>
            <a:solidFill>
              <a:srgbClr val="1E4B6E"/>
            </a:solidFill>
            <a:ln cap="flat" cmpd="sng" w="16975">
              <a:solidFill>
                <a:srgbClr val="33618C"/>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grpSp>
      <p:grpSp>
        <p:nvGrpSpPr>
          <p:cNvPr id="209" name="Google Shape;209;p19"/>
          <p:cNvGrpSpPr/>
          <p:nvPr/>
        </p:nvGrpSpPr>
        <p:grpSpPr>
          <a:xfrm>
            <a:off x="5891978" y="1468858"/>
            <a:ext cx="2052642" cy="1615579"/>
            <a:chOff x="1311550" y="1698029"/>
            <a:chExt cx="2302200" cy="1812000"/>
          </a:xfrm>
        </p:grpSpPr>
        <p:sp>
          <p:nvSpPr>
            <p:cNvPr id="210" name="Google Shape;210;p19"/>
            <p:cNvSpPr/>
            <p:nvPr/>
          </p:nvSpPr>
          <p:spPr>
            <a:xfrm>
              <a:off x="1529250" y="1698029"/>
              <a:ext cx="1853700" cy="1812000"/>
            </a:xfrm>
            <a:prstGeom prst="roundRect">
              <a:avLst>
                <a:gd fmla="val 11221" name="adj"/>
              </a:avLst>
            </a:prstGeom>
            <a:solidFill>
              <a:srgbClr val="153750"/>
            </a:solidFill>
            <a:ln>
              <a:noFill/>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sp>
          <p:nvSpPr>
            <p:cNvPr id="211" name="Google Shape;211;p19"/>
            <p:cNvSpPr txBox="1"/>
            <p:nvPr/>
          </p:nvSpPr>
          <p:spPr>
            <a:xfrm>
              <a:off x="1311550" y="2873604"/>
              <a:ext cx="2302200" cy="531300"/>
            </a:xfrm>
            <a:prstGeom prst="rect">
              <a:avLst/>
            </a:prstGeom>
            <a:noFill/>
            <a:ln>
              <a:noFill/>
            </a:ln>
          </p:spPr>
          <p:txBody>
            <a:bodyPr anchorCtr="0" anchor="ctr" bIns="81525" lIns="81525" spcFirstLastPara="1" rIns="81525" wrap="square" tIns="81525">
              <a:noAutofit/>
            </a:bodyPr>
            <a:lstStyle/>
            <a:p>
              <a:pPr indent="0" lvl="0" marL="0" marR="0" rtl="0" algn="ctr">
                <a:lnSpc>
                  <a:spcPct val="100000"/>
                </a:lnSpc>
                <a:spcBef>
                  <a:spcPts val="0"/>
                </a:spcBef>
                <a:spcAft>
                  <a:spcPts val="0"/>
                </a:spcAft>
                <a:buClr>
                  <a:srgbClr val="000000"/>
                </a:buClr>
                <a:buSzPts val="1337"/>
                <a:buFont typeface="Arial"/>
                <a:buNone/>
              </a:pPr>
              <a:r>
                <a:rPr lang="it" sz="1816">
                  <a:solidFill>
                    <a:schemeClr val="lt1"/>
                  </a:solidFill>
                  <a:latin typeface="Calibri"/>
                  <a:ea typeface="Calibri"/>
                  <a:cs typeface="Calibri"/>
                  <a:sym typeface="Calibri"/>
                </a:rPr>
                <a:t>KOL: </a:t>
              </a:r>
              <a:endParaRPr sz="1816">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37"/>
                <a:buFont typeface="Arial"/>
                <a:buNone/>
              </a:pPr>
              <a:r>
                <a:rPr lang="it" sz="1816">
                  <a:solidFill>
                    <a:schemeClr val="lt1"/>
                  </a:solidFill>
                  <a:latin typeface="Calibri"/>
                  <a:ea typeface="Calibri"/>
                  <a:cs typeface="Calibri"/>
                  <a:sym typeface="Calibri"/>
                </a:rPr>
                <a:t>Early adopters</a:t>
              </a:r>
              <a:endParaRPr i="0" sz="1816" u="none" cap="none" strike="noStrike">
                <a:solidFill>
                  <a:schemeClr val="lt1"/>
                </a:solidFill>
                <a:latin typeface="Calibri"/>
                <a:ea typeface="Calibri"/>
                <a:cs typeface="Calibri"/>
                <a:sym typeface="Calibri"/>
              </a:endParaRPr>
            </a:p>
          </p:txBody>
        </p:sp>
        <p:sp>
          <p:nvSpPr>
            <p:cNvPr id="212" name="Google Shape;212;p19"/>
            <p:cNvSpPr/>
            <p:nvPr/>
          </p:nvSpPr>
          <p:spPr>
            <a:xfrm>
              <a:off x="2088856" y="1878557"/>
              <a:ext cx="747600" cy="753900"/>
            </a:xfrm>
            <a:prstGeom prst="ellipse">
              <a:avLst/>
            </a:prstGeom>
            <a:solidFill>
              <a:srgbClr val="1E4B6E"/>
            </a:solidFill>
            <a:ln cap="flat" cmpd="sng" w="16975">
              <a:solidFill>
                <a:srgbClr val="33618C"/>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p>
          </p:txBody>
        </p:sp>
      </p:grpSp>
      <p:sp>
        <p:nvSpPr>
          <p:cNvPr id="213" name="Google Shape;213;p19"/>
          <p:cNvSpPr/>
          <p:nvPr/>
        </p:nvSpPr>
        <p:spPr>
          <a:xfrm>
            <a:off x="571500" y="228600"/>
            <a:ext cx="8084100" cy="61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DFF"/>
              </a:buClr>
              <a:buSzPts val="2700"/>
              <a:buFont typeface="Arial"/>
              <a:buNone/>
            </a:pPr>
            <a:r>
              <a:rPr b="1" lang="it" sz="2700">
                <a:solidFill>
                  <a:srgbClr val="FAFDFF"/>
                </a:solidFill>
                <a:latin typeface="Cambria"/>
                <a:ea typeface="Cambria"/>
                <a:cs typeface="Cambria"/>
                <a:sym typeface="Cambria"/>
              </a:rPr>
              <a:t>Go To Market</a:t>
            </a:r>
            <a:endParaRPr b="1" i="0" sz="2700" u="none" cap="none" strike="noStrike">
              <a:solidFill>
                <a:srgbClr val="FAFDFF"/>
              </a:solidFill>
              <a:latin typeface="Cambria"/>
              <a:ea typeface="Cambria"/>
              <a:cs typeface="Cambria"/>
              <a:sym typeface="Cambria"/>
            </a:endParaRPr>
          </a:p>
        </p:txBody>
      </p:sp>
      <p:pic>
        <p:nvPicPr>
          <p:cNvPr id="214" name="Google Shape;214;p19" title="nurse.png"/>
          <p:cNvPicPr preferRelativeResize="0"/>
          <p:nvPr/>
        </p:nvPicPr>
        <p:blipFill>
          <a:blip r:embed="rId3">
            <a:alphaModFix/>
          </a:blip>
          <a:stretch>
            <a:fillRect/>
          </a:stretch>
        </p:blipFill>
        <p:spPr>
          <a:xfrm>
            <a:off x="1775500" y="1680875"/>
            <a:ext cx="500525" cy="500525"/>
          </a:xfrm>
          <a:prstGeom prst="rect">
            <a:avLst/>
          </a:prstGeom>
          <a:noFill/>
          <a:ln>
            <a:noFill/>
          </a:ln>
        </p:spPr>
      </p:pic>
      <p:pic>
        <p:nvPicPr>
          <p:cNvPr id="215" name="Google Shape;215;p19" title="nurse.png"/>
          <p:cNvPicPr preferRelativeResize="0"/>
          <p:nvPr/>
        </p:nvPicPr>
        <p:blipFill>
          <a:blip r:embed="rId3">
            <a:alphaModFix/>
          </a:blip>
          <a:stretch>
            <a:fillRect/>
          </a:stretch>
        </p:blipFill>
        <p:spPr>
          <a:xfrm>
            <a:off x="6668038" y="1680875"/>
            <a:ext cx="500525" cy="500525"/>
          </a:xfrm>
          <a:prstGeom prst="rect">
            <a:avLst/>
          </a:prstGeom>
          <a:noFill/>
          <a:ln>
            <a:noFill/>
          </a:ln>
        </p:spPr>
      </p:pic>
      <p:pic>
        <p:nvPicPr>
          <p:cNvPr id="216" name="Google Shape;216;p19" title="delivery-van.png"/>
          <p:cNvPicPr preferRelativeResize="0"/>
          <p:nvPr/>
        </p:nvPicPr>
        <p:blipFill>
          <a:blip r:embed="rId4">
            <a:alphaModFix/>
          </a:blip>
          <a:stretch>
            <a:fillRect/>
          </a:stretch>
        </p:blipFill>
        <p:spPr>
          <a:xfrm>
            <a:off x="4244457" y="1720578"/>
            <a:ext cx="500525" cy="500525"/>
          </a:xfrm>
          <a:prstGeom prst="rect">
            <a:avLst/>
          </a:prstGeom>
          <a:noFill/>
          <a:ln>
            <a:noFill/>
          </a:ln>
        </p:spPr>
      </p:pic>
      <p:grpSp>
        <p:nvGrpSpPr>
          <p:cNvPr id="217" name="Google Shape;217;p19"/>
          <p:cNvGrpSpPr/>
          <p:nvPr/>
        </p:nvGrpSpPr>
        <p:grpSpPr>
          <a:xfrm>
            <a:off x="4895110" y="3643925"/>
            <a:ext cx="4085095" cy="753900"/>
            <a:chOff x="2150172" y="3683550"/>
            <a:chExt cx="4085095" cy="753900"/>
          </a:xfrm>
        </p:grpSpPr>
        <p:grpSp>
          <p:nvGrpSpPr>
            <p:cNvPr id="218" name="Google Shape;218;p19"/>
            <p:cNvGrpSpPr/>
            <p:nvPr/>
          </p:nvGrpSpPr>
          <p:grpSpPr>
            <a:xfrm>
              <a:off x="2150172" y="3683550"/>
              <a:ext cx="4085095" cy="753900"/>
              <a:chOff x="1751600" y="2614814"/>
              <a:chExt cx="1981229" cy="753900"/>
            </a:xfrm>
          </p:grpSpPr>
          <p:sp>
            <p:nvSpPr>
              <p:cNvPr id="219" name="Google Shape;219;p19"/>
              <p:cNvSpPr/>
              <p:nvPr/>
            </p:nvSpPr>
            <p:spPr>
              <a:xfrm>
                <a:off x="1751600" y="2614814"/>
                <a:ext cx="1958400" cy="7539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19"/>
              <p:cNvSpPr txBox="1"/>
              <p:nvPr/>
            </p:nvSpPr>
            <p:spPr>
              <a:xfrm>
                <a:off x="1950228" y="2750884"/>
                <a:ext cx="1782600" cy="53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it" sz="1800">
                    <a:solidFill>
                      <a:schemeClr val="lt1"/>
                    </a:solidFill>
                    <a:latin typeface="Calibri"/>
                    <a:ea typeface="Calibri"/>
                    <a:cs typeface="Calibri"/>
                    <a:sym typeface="Calibri"/>
                  </a:rPr>
                  <a:t>Guidelines implementation</a:t>
                </a:r>
                <a:endParaRPr i="0" sz="1800" u="none" cap="none" strike="noStrike">
                  <a:solidFill>
                    <a:schemeClr val="lt1"/>
                  </a:solidFill>
                  <a:latin typeface="Calibri"/>
                  <a:ea typeface="Calibri"/>
                  <a:cs typeface="Calibri"/>
                  <a:sym typeface="Calibri"/>
                </a:endParaRPr>
              </a:p>
            </p:txBody>
          </p:sp>
        </p:grpSp>
        <p:sp>
          <p:nvSpPr>
            <p:cNvPr id="221" name="Google Shape;221;p19"/>
            <p:cNvSpPr/>
            <p:nvPr/>
          </p:nvSpPr>
          <p:spPr>
            <a:xfrm>
              <a:off x="2216053" y="3739948"/>
              <a:ext cx="697200" cy="641100"/>
            </a:xfrm>
            <a:prstGeom prst="ellipse">
              <a:avLst/>
            </a:prstGeom>
            <a:solidFill>
              <a:srgbClr val="1E4B6E"/>
            </a:solidFill>
            <a:ln cap="flat" cmpd="sng" w="19050">
              <a:solidFill>
                <a:srgbClr val="3361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2" name="Google Shape;222;p19" title="regulation.png"/>
            <p:cNvPicPr preferRelativeResize="0"/>
            <p:nvPr/>
          </p:nvPicPr>
          <p:blipFill>
            <a:blip r:embed="rId5">
              <a:alphaModFix/>
            </a:blip>
            <a:stretch>
              <a:fillRect/>
            </a:stretch>
          </p:blipFill>
          <p:spPr>
            <a:xfrm>
              <a:off x="2323991" y="3770659"/>
              <a:ext cx="538050" cy="538050"/>
            </a:xfrm>
            <a:prstGeom prst="rect">
              <a:avLst/>
            </a:prstGeom>
            <a:noFill/>
            <a:ln>
              <a:noFill/>
            </a:ln>
          </p:spPr>
        </p:pic>
      </p:grpSp>
      <p:cxnSp>
        <p:nvCxnSpPr>
          <p:cNvPr id="223" name="Google Shape;223;p19"/>
          <p:cNvCxnSpPr>
            <a:stCxn id="210" idx="2"/>
            <a:endCxn id="219" idx="0"/>
          </p:cNvCxnSpPr>
          <p:nvPr/>
        </p:nvCxnSpPr>
        <p:spPr>
          <a:xfrm>
            <a:off x="6912458" y="3084437"/>
            <a:ext cx="1800" cy="559500"/>
          </a:xfrm>
          <a:prstGeom prst="straightConnector1">
            <a:avLst/>
          </a:prstGeom>
          <a:noFill/>
          <a:ln cap="flat" cmpd="sng" w="25475">
            <a:solidFill>
              <a:srgbClr val="FEB94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93B"/>
        </a:solidFill>
      </p:bgPr>
    </p:bg>
    <p:spTree>
      <p:nvGrpSpPr>
        <p:cNvPr id="228" name="Shape 228"/>
        <p:cNvGrpSpPr/>
        <p:nvPr/>
      </p:nvGrpSpPr>
      <p:grpSpPr>
        <a:xfrm>
          <a:off x="0" y="0"/>
          <a:ext cx="0" cy="0"/>
          <a:chOff x="0" y="0"/>
          <a:chExt cx="0" cy="0"/>
        </a:xfrm>
      </p:grpSpPr>
      <p:sp>
        <p:nvSpPr>
          <p:cNvPr id="229" name="Google Shape;229;p20"/>
          <p:cNvSpPr/>
          <p:nvPr/>
        </p:nvSpPr>
        <p:spPr>
          <a:xfrm>
            <a:off x="819450" y="3313330"/>
            <a:ext cx="7505100" cy="563700"/>
          </a:xfrm>
          <a:prstGeom prst="roundRect">
            <a:avLst>
              <a:gd fmla="val 16667" name="adj"/>
            </a:avLst>
          </a:prstGeom>
          <a:solidFill>
            <a:srgbClr val="11314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tmp/rasterized-gradient-45fca528.png" id="230" name="Google Shape;230;p20"/>
          <p:cNvPicPr preferRelativeResize="0"/>
          <p:nvPr/>
        </p:nvPicPr>
        <p:blipFill rotWithShape="1">
          <a:blip r:embed="rId3">
            <a:alphaModFix/>
          </a:blip>
          <a:srcRect b="0" l="0" r="0" t="0"/>
          <a:stretch/>
        </p:blipFill>
        <p:spPr>
          <a:xfrm>
            <a:off x="0" y="0"/>
            <a:ext cx="76200" cy="5143500"/>
          </a:xfrm>
          <a:prstGeom prst="rect">
            <a:avLst/>
          </a:prstGeom>
          <a:noFill/>
          <a:ln>
            <a:noFill/>
          </a:ln>
        </p:spPr>
      </p:pic>
      <p:sp>
        <p:nvSpPr>
          <p:cNvPr id="231" name="Google Shape;231;p20"/>
          <p:cNvSpPr/>
          <p:nvPr/>
        </p:nvSpPr>
        <p:spPr>
          <a:xfrm>
            <a:off x="571500" y="228600"/>
            <a:ext cx="40902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AFDFF"/>
              </a:buClr>
              <a:buSzPts val="2700"/>
              <a:buFont typeface="Arial"/>
              <a:buNone/>
            </a:pPr>
            <a:r>
              <a:rPr b="1" lang="it" sz="2700">
                <a:solidFill>
                  <a:srgbClr val="FAFDFF"/>
                </a:solidFill>
                <a:latin typeface="Cambria"/>
                <a:ea typeface="Cambria"/>
                <a:cs typeface="Cambria"/>
                <a:sym typeface="Cambria"/>
              </a:rPr>
              <a:t>Why Fraido</a:t>
            </a:r>
            <a:endParaRPr sz="2700">
              <a:solidFill>
                <a:srgbClr val="FAFDFF"/>
              </a:solidFill>
              <a:latin typeface="Cambria"/>
              <a:ea typeface="Cambria"/>
              <a:cs typeface="Cambria"/>
              <a:sym typeface="Cambria"/>
            </a:endParaRPr>
          </a:p>
          <a:p>
            <a:pPr indent="0" lvl="0" marL="0" rtl="0" algn="l">
              <a:spcBef>
                <a:spcPts val="0"/>
              </a:spcBef>
              <a:spcAft>
                <a:spcPts val="0"/>
              </a:spcAft>
              <a:buClr>
                <a:srgbClr val="FAFDFF"/>
              </a:buClr>
              <a:buSzPts val="2700"/>
              <a:buFont typeface="Arial"/>
              <a:buNone/>
            </a:pPr>
            <a:r>
              <a:t/>
            </a:r>
            <a:endParaRPr b="1" sz="2700">
              <a:solidFill>
                <a:srgbClr val="FAFDFF"/>
              </a:solidFill>
              <a:latin typeface="Montserrat"/>
              <a:ea typeface="Montserrat"/>
              <a:cs typeface="Montserrat"/>
              <a:sym typeface="Montserrat"/>
            </a:endParaRPr>
          </a:p>
        </p:txBody>
      </p:sp>
      <p:grpSp>
        <p:nvGrpSpPr>
          <p:cNvPr id="232" name="Google Shape;232;p20"/>
          <p:cNvGrpSpPr/>
          <p:nvPr/>
        </p:nvGrpSpPr>
        <p:grpSpPr>
          <a:xfrm>
            <a:off x="8380531" y="4799776"/>
            <a:ext cx="697341" cy="280251"/>
            <a:chOff x="2419725" y="609600"/>
            <a:chExt cx="2865000" cy="1151400"/>
          </a:xfrm>
        </p:grpSpPr>
        <p:sp>
          <p:nvSpPr>
            <p:cNvPr id="233" name="Google Shape;233;p20"/>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234" name="Google Shape;234;p20"/>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235" name="Google Shape;235;p20"/>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66AFEF"/>
              </a:buClr>
              <a:buSzPts val="900"/>
              <a:buFont typeface="Arial"/>
              <a:buNone/>
            </a:pPr>
            <a:r>
              <a:rPr lang="it" sz="900">
                <a:solidFill>
                  <a:srgbClr val="66AFEF"/>
                </a:solidFill>
              </a:rPr>
              <a:t>© Fraido • July 2026 •  All rights reserved</a:t>
            </a:r>
            <a:endParaRPr sz="900">
              <a:solidFill>
                <a:srgbClr val="66AFEF"/>
              </a:solidFill>
            </a:endParaRPr>
          </a:p>
        </p:txBody>
      </p:sp>
      <p:sp>
        <p:nvSpPr>
          <p:cNvPr id="236" name="Google Shape;236;p20"/>
          <p:cNvSpPr/>
          <p:nvPr/>
        </p:nvSpPr>
        <p:spPr>
          <a:xfrm>
            <a:off x="819450" y="1068815"/>
            <a:ext cx="7505100" cy="563700"/>
          </a:xfrm>
          <a:prstGeom prst="roundRect">
            <a:avLst>
              <a:gd fmla="val 16667" name="adj"/>
            </a:avLst>
          </a:prstGeom>
          <a:solidFill>
            <a:srgbClr val="1B3F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20"/>
          <p:cNvSpPr/>
          <p:nvPr/>
        </p:nvSpPr>
        <p:spPr>
          <a:xfrm>
            <a:off x="819450" y="2185855"/>
            <a:ext cx="7505100" cy="563700"/>
          </a:xfrm>
          <a:prstGeom prst="roundRect">
            <a:avLst>
              <a:gd fmla="val 13702" name="adj"/>
            </a:avLst>
          </a:prstGeom>
          <a:solidFill>
            <a:srgbClr val="11314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20"/>
          <p:cNvSpPr txBox="1"/>
          <p:nvPr/>
        </p:nvSpPr>
        <p:spPr>
          <a:xfrm>
            <a:off x="770420" y="2271354"/>
            <a:ext cx="1402200" cy="28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a:solidFill>
                  <a:srgbClr val="D9D9D9"/>
                </a:solidFill>
                <a:latin typeface="Cambria"/>
                <a:ea typeface="Cambria"/>
                <a:cs typeface="Cambria"/>
                <a:sym typeface="Cambria"/>
              </a:rPr>
              <a:t>Single device</a:t>
            </a:r>
            <a:endParaRPr>
              <a:solidFill>
                <a:srgbClr val="D9D9D9"/>
              </a:solidFill>
              <a:latin typeface="Cambria"/>
              <a:ea typeface="Cambria"/>
              <a:cs typeface="Cambria"/>
              <a:sym typeface="Cambria"/>
            </a:endParaRPr>
          </a:p>
        </p:txBody>
      </p:sp>
      <p:sp>
        <p:nvSpPr>
          <p:cNvPr id="239" name="Google Shape;239;p20"/>
          <p:cNvSpPr txBox="1"/>
          <p:nvPr/>
        </p:nvSpPr>
        <p:spPr>
          <a:xfrm>
            <a:off x="858925" y="2816242"/>
            <a:ext cx="2068200" cy="3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rgbClr val="D9D9D9"/>
                </a:solidFill>
                <a:latin typeface="Cambria"/>
                <a:ea typeface="Cambria"/>
                <a:cs typeface="Cambria"/>
                <a:sym typeface="Cambria"/>
              </a:rPr>
              <a:t>Difficult intubation</a:t>
            </a:r>
            <a:endParaRPr>
              <a:solidFill>
                <a:srgbClr val="D9D9D9"/>
              </a:solidFill>
              <a:latin typeface="Cambria"/>
              <a:ea typeface="Cambria"/>
              <a:cs typeface="Cambria"/>
              <a:sym typeface="Cambria"/>
            </a:endParaRPr>
          </a:p>
        </p:txBody>
      </p:sp>
      <p:sp>
        <p:nvSpPr>
          <p:cNvPr id="240" name="Google Shape;240;p20"/>
          <p:cNvSpPr txBox="1"/>
          <p:nvPr/>
        </p:nvSpPr>
        <p:spPr>
          <a:xfrm>
            <a:off x="585474" y="1698483"/>
            <a:ext cx="2132700" cy="28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rgbClr val="D9D9D9"/>
                </a:solidFill>
                <a:latin typeface="Cambria"/>
                <a:ea typeface="Cambria"/>
                <a:cs typeface="Cambria"/>
                <a:sym typeface="Cambria"/>
              </a:rPr>
              <a:t>Modular diameter</a:t>
            </a:r>
            <a:endParaRPr>
              <a:solidFill>
                <a:srgbClr val="D9D9D9"/>
              </a:solidFill>
              <a:latin typeface="Cambria"/>
              <a:ea typeface="Cambria"/>
              <a:cs typeface="Cambria"/>
              <a:sym typeface="Cambria"/>
            </a:endParaRPr>
          </a:p>
        </p:txBody>
      </p:sp>
      <p:sp>
        <p:nvSpPr>
          <p:cNvPr id="241" name="Google Shape;241;p20"/>
          <p:cNvSpPr txBox="1"/>
          <p:nvPr/>
        </p:nvSpPr>
        <p:spPr>
          <a:xfrm>
            <a:off x="865921" y="3376694"/>
            <a:ext cx="2068200" cy="3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rgbClr val="D9D9D9"/>
                </a:solidFill>
                <a:latin typeface="Cambria"/>
                <a:ea typeface="Cambria"/>
                <a:cs typeface="Cambria"/>
                <a:sym typeface="Cambria"/>
              </a:rPr>
              <a:t>Awake intubation</a:t>
            </a:r>
            <a:endParaRPr>
              <a:solidFill>
                <a:srgbClr val="D9D9D9"/>
              </a:solidFill>
              <a:latin typeface="Cambria"/>
              <a:ea typeface="Cambria"/>
              <a:cs typeface="Cambria"/>
              <a:sym typeface="Cambria"/>
            </a:endParaRPr>
          </a:p>
        </p:txBody>
      </p:sp>
      <p:sp>
        <p:nvSpPr>
          <p:cNvPr id="242" name="Google Shape;242;p20"/>
          <p:cNvSpPr txBox="1"/>
          <p:nvPr/>
        </p:nvSpPr>
        <p:spPr>
          <a:xfrm>
            <a:off x="862847" y="3920261"/>
            <a:ext cx="2068200" cy="3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rgbClr val="D9D9D9"/>
                </a:solidFill>
                <a:latin typeface="Cambria"/>
                <a:ea typeface="Cambria"/>
                <a:cs typeface="Cambria"/>
                <a:sym typeface="Cambria"/>
              </a:rPr>
              <a:t>Protected extubation</a:t>
            </a:r>
            <a:endParaRPr>
              <a:solidFill>
                <a:srgbClr val="D9D9D9"/>
              </a:solidFill>
              <a:latin typeface="Cambria"/>
              <a:ea typeface="Cambria"/>
              <a:cs typeface="Cambria"/>
              <a:sym typeface="Cambria"/>
            </a:endParaRPr>
          </a:p>
        </p:txBody>
      </p:sp>
      <p:sp>
        <p:nvSpPr>
          <p:cNvPr id="243" name="Google Shape;243;p20"/>
          <p:cNvSpPr txBox="1"/>
          <p:nvPr/>
        </p:nvSpPr>
        <p:spPr>
          <a:xfrm>
            <a:off x="2719076" y="1116845"/>
            <a:ext cx="12585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a:solidFill>
                  <a:srgbClr val="F5D015"/>
                </a:solidFill>
                <a:latin typeface="Cambria"/>
                <a:ea typeface="Cambria"/>
                <a:cs typeface="Cambria"/>
                <a:sym typeface="Cambria"/>
              </a:rPr>
              <a:t>FRAIDO</a:t>
            </a:r>
            <a:endParaRPr b="1">
              <a:solidFill>
                <a:srgbClr val="F5D015"/>
              </a:solidFill>
              <a:latin typeface="Cambria"/>
              <a:ea typeface="Cambria"/>
              <a:cs typeface="Cambria"/>
              <a:sym typeface="Cambria"/>
            </a:endParaRPr>
          </a:p>
        </p:txBody>
      </p:sp>
      <p:sp>
        <p:nvSpPr>
          <p:cNvPr id="244" name="Google Shape;244;p20"/>
          <p:cNvSpPr txBox="1"/>
          <p:nvPr/>
        </p:nvSpPr>
        <p:spPr>
          <a:xfrm>
            <a:off x="3715468" y="1107591"/>
            <a:ext cx="1402200" cy="28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rgbClr val="D9D9D9"/>
                </a:solidFill>
                <a:latin typeface="Cambria"/>
                <a:ea typeface="Cambria"/>
                <a:cs typeface="Cambria"/>
                <a:sym typeface="Cambria"/>
              </a:rPr>
              <a:t>Fiberscope</a:t>
            </a:r>
            <a:endParaRPr>
              <a:solidFill>
                <a:srgbClr val="D9D9D9"/>
              </a:solidFill>
              <a:latin typeface="Cambria"/>
              <a:ea typeface="Cambria"/>
              <a:cs typeface="Cambria"/>
              <a:sym typeface="Cambria"/>
            </a:endParaRPr>
          </a:p>
        </p:txBody>
      </p:sp>
      <p:sp>
        <p:nvSpPr>
          <p:cNvPr id="245" name="Google Shape;245;p20"/>
          <p:cNvSpPr txBox="1"/>
          <p:nvPr/>
        </p:nvSpPr>
        <p:spPr>
          <a:xfrm>
            <a:off x="4647691" y="1027625"/>
            <a:ext cx="1771200" cy="28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rgbClr val="D9D9D9"/>
                </a:solidFill>
                <a:latin typeface="Cambria"/>
                <a:ea typeface="Cambria"/>
                <a:cs typeface="Cambria"/>
                <a:sym typeface="Cambria"/>
              </a:rPr>
              <a:t>Stylet </a:t>
            </a:r>
            <a:endParaRPr>
              <a:solidFill>
                <a:srgbClr val="D9D9D9"/>
              </a:solidFill>
              <a:latin typeface="Cambria"/>
              <a:ea typeface="Cambria"/>
              <a:cs typeface="Cambria"/>
              <a:sym typeface="Cambria"/>
            </a:endParaRPr>
          </a:p>
          <a:p>
            <a:pPr indent="0" lvl="0" marL="0" rtl="0" algn="ctr">
              <a:spcBef>
                <a:spcPts val="0"/>
              </a:spcBef>
              <a:spcAft>
                <a:spcPts val="0"/>
              </a:spcAft>
              <a:buNone/>
            </a:pPr>
            <a:r>
              <a:rPr lang="it">
                <a:solidFill>
                  <a:srgbClr val="D9D9D9"/>
                </a:solidFill>
                <a:latin typeface="Cambria"/>
                <a:ea typeface="Cambria"/>
                <a:cs typeface="Cambria"/>
                <a:sym typeface="Cambria"/>
              </a:rPr>
              <a:t> Bougie</a:t>
            </a:r>
            <a:endParaRPr>
              <a:solidFill>
                <a:srgbClr val="D9D9D9"/>
              </a:solidFill>
              <a:latin typeface="Cambria"/>
              <a:ea typeface="Cambria"/>
              <a:cs typeface="Cambria"/>
              <a:sym typeface="Cambria"/>
            </a:endParaRPr>
          </a:p>
        </p:txBody>
      </p:sp>
      <p:sp>
        <p:nvSpPr>
          <p:cNvPr id="246" name="Google Shape;246;p20"/>
          <p:cNvSpPr txBox="1"/>
          <p:nvPr/>
        </p:nvSpPr>
        <p:spPr>
          <a:xfrm>
            <a:off x="6075135" y="1048636"/>
            <a:ext cx="1139400" cy="28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rgbClr val="D9D9D9"/>
                </a:solidFill>
                <a:latin typeface="Cambria"/>
                <a:ea typeface="Cambria"/>
                <a:cs typeface="Cambria"/>
                <a:sym typeface="Cambria"/>
              </a:rPr>
              <a:t>Laryngeal</a:t>
            </a:r>
            <a:r>
              <a:rPr lang="it">
                <a:solidFill>
                  <a:srgbClr val="D9D9D9"/>
                </a:solidFill>
                <a:latin typeface="Cambria"/>
                <a:ea typeface="Cambria"/>
                <a:cs typeface="Cambria"/>
                <a:sym typeface="Cambria"/>
              </a:rPr>
              <a:t> </a:t>
            </a:r>
            <a:endParaRPr>
              <a:solidFill>
                <a:srgbClr val="D9D9D9"/>
              </a:solidFill>
              <a:latin typeface="Cambria"/>
              <a:ea typeface="Cambria"/>
              <a:cs typeface="Cambria"/>
              <a:sym typeface="Cambria"/>
            </a:endParaRPr>
          </a:p>
          <a:p>
            <a:pPr indent="0" lvl="0" marL="0" rtl="0" algn="ctr">
              <a:spcBef>
                <a:spcPts val="0"/>
              </a:spcBef>
              <a:spcAft>
                <a:spcPts val="0"/>
              </a:spcAft>
              <a:buNone/>
            </a:pPr>
            <a:r>
              <a:rPr lang="it">
                <a:solidFill>
                  <a:srgbClr val="D9D9D9"/>
                </a:solidFill>
                <a:latin typeface="Cambria"/>
                <a:ea typeface="Cambria"/>
                <a:cs typeface="Cambria"/>
                <a:sym typeface="Cambria"/>
              </a:rPr>
              <a:t>Mask</a:t>
            </a:r>
            <a:endParaRPr>
              <a:solidFill>
                <a:srgbClr val="D9D9D9"/>
              </a:solidFill>
              <a:latin typeface="Cambria"/>
              <a:ea typeface="Cambria"/>
              <a:cs typeface="Cambria"/>
              <a:sym typeface="Cambria"/>
            </a:endParaRPr>
          </a:p>
        </p:txBody>
      </p:sp>
      <p:sp>
        <p:nvSpPr>
          <p:cNvPr id="247" name="Google Shape;247;p20"/>
          <p:cNvSpPr txBox="1"/>
          <p:nvPr/>
        </p:nvSpPr>
        <p:spPr>
          <a:xfrm>
            <a:off x="7101243" y="1048625"/>
            <a:ext cx="1209300" cy="28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a:solidFill>
                  <a:srgbClr val="D9D9D9"/>
                </a:solidFill>
                <a:latin typeface="Cambria"/>
                <a:ea typeface="Cambria"/>
                <a:cs typeface="Cambria"/>
                <a:sym typeface="Cambria"/>
              </a:rPr>
              <a:t>Endotracheal</a:t>
            </a:r>
            <a:r>
              <a:rPr lang="it">
                <a:solidFill>
                  <a:srgbClr val="D9D9D9"/>
                </a:solidFill>
                <a:latin typeface="Cambria"/>
                <a:ea typeface="Cambria"/>
                <a:cs typeface="Cambria"/>
                <a:sym typeface="Cambria"/>
              </a:rPr>
              <a:t> Tube</a:t>
            </a:r>
            <a:endParaRPr>
              <a:solidFill>
                <a:srgbClr val="D9D9D9"/>
              </a:solidFill>
              <a:latin typeface="Cambria"/>
              <a:ea typeface="Cambria"/>
              <a:cs typeface="Cambria"/>
              <a:sym typeface="Cambria"/>
            </a:endParaRPr>
          </a:p>
        </p:txBody>
      </p:sp>
      <p:pic>
        <p:nvPicPr>
          <p:cNvPr id="248" name="Google Shape;248;p20" title="yes.png"/>
          <p:cNvPicPr preferRelativeResize="0"/>
          <p:nvPr/>
        </p:nvPicPr>
        <p:blipFill>
          <a:blip r:embed="rId4">
            <a:alphaModFix/>
          </a:blip>
          <a:stretch>
            <a:fillRect/>
          </a:stretch>
        </p:blipFill>
        <p:spPr>
          <a:xfrm>
            <a:off x="3085351" y="1692775"/>
            <a:ext cx="422262" cy="422262"/>
          </a:xfrm>
          <a:prstGeom prst="rect">
            <a:avLst/>
          </a:prstGeom>
          <a:noFill/>
          <a:ln>
            <a:noFill/>
          </a:ln>
        </p:spPr>
      </p:pic>
      <p:pic>
        <p:nvPicPr>
          <p:cNvPr id="249" name="Google Shape;249;p20" title="yes.png"/>
          <p:cNvPicPr preferRelativeResize="0"/>
          <p:nvPr/>
        </p:nvPicPr>
        <p:blipFill>
          <a:blip r:embed="rId4">
            <a:alphaModFix/>
          </a:blip>
          <a:stretch>
            <a:fillRect/>
          </a:stretch>
        </p:blipFill>
        <p:spPr>
          <a:xfrm>
            <a:off x="3085355" y="2820312"/>
            <a:ext cx="422262" cy="422262"/>
          </a:xfrm>
          <a:prstGeom prst="rect">
            <a:avLst/>
          </a:prstGeom>
          <a:noFill/>
          <a:ln>
            <a:noFill/>
          </a:ln>
        </p:spPr>
      </p:pic>
      <p:pic>
        <p:nvPicPr>
          <p:cNvPr id="250" name="Google Shape;250;p20" title="yes (1).png"/>
          <p:cNvPicPr preferRelativeResize="0"/>
          <p:nvPr/>
        </p:nvPicPr>
        <p:blipFill>
          <a:blip r:embed="rId5">
            <a:alphaModFix/>
          </a:blip>
          <a:stretch>
            <a:fillRect/>
          </a:stretch>
        </p:blipFill>
        <p:spPr>
          <a:xfrm>
            <a:off x="3090635" y="2255140"/>
            <a:ext cx="422275" cy="422296"/>
          </a:xfrm>
          <a:prstGeom prst="rect">
            <a:avLst/>
          </a:prstGeom>
          <a:noFill/>
          <a:ln>
            <a:noFill/>
          </a:ln>
        </p:spPr>
      </p:pic>
      <p:pic>
        <p:nvPicPr>
          <p:cNvPr id="251" name="Google Shape;251;p20" title="yes (1).png"/>
          <p:cNvPicPr preferRelativeResize="0"/>
          <p:nvPr/>
        </p:nvPicPr>
        <p:blipFill>
          <a:blip r:embed="rId5">
            <a:alphaModFix/>
          </a:blip>
          <a:stretch>
            <a:fillRect/>
          </a:stretch>
        </p:blipFill>
        <p:spPr>
          <a:xfrm>
            <a:off x="3090648" y="3390456"/>
            <a:ext cx="422275" cy="422296"/>
          </a:xfrm>
          <a:prstGeom prst="rect">
            <a:avLst/>
          </a:prstGeom>
          <a:noFill/>
          <a:ln>
            <a:noFill/>
          </a:ln>
        </p:spPr>
      </p:pic>
      <p:pic>
        <p:nvPicPr>
          <p:cNvPr id="252" name="Google Shape;252;p20" title="yes.png"/>
          <p:cNvPicPr preferRelativeResize="0"/>
          <p:nvPr/>
        </p:nvPicPr>
        <p:blipFill>
          <a:blip r:embed="rId4">
            <a:alphaModFix/>
          </a:blip>
          <a:stretch>
            <a:fillRect/>
          </a:stretch>
        </p:blipFill>
        <p:spPr>
          <a:xfrm>
            <a:off x="3085355" y="3930774"/>
            <a:ext cx="422262" cy="422262"/>
          </a:xfrm>
          <a:prstGeom prst="rect">
            <a:avLst/>
          </a:prstGeom>
          <a:noFill/>
          <a:ln>
            <a:noFill/>
          </a:ln>
        </p:spPr>
      </p:pic>
      <p:pic>
        <p:nvPicPr>
          <p:cNvPr id="253" name="Google Shape;253;p20" title="yes.png"/>
          <p:cNvPicPr preferRelativeResize="0"/>
          <p:nvPr/>
        </p:nvPicPr>
        <p:blipFill>
          <a:blip r:embed="rId4">
            <a:alphaModFix/>
          </a:blip>
          <a:stretch>
            <a:fillRect/>
          </a:stretch>
        </p:blipFill>
        <p:spPr>
          <a:xfrm>
            <a:off x="4205455" y="2825254"/>
            <a:ext cx="422262" cy="422262"/>
          </a:xfrm>
          <a:prstGeom prst="rect">
            <a:avLst/>
          </a:prstGeom>
          <a:noFill/>
          <a:ln>
            <a:noFill/>
          </a:ln>
        </p:spPr>
      </p:pic>
      <p:pic>
        <p:nvPicPr>
          <p:cNvPr id="254" name="Google Shape;254;p20" title="yes.png"/>
          <p:cNvPicPr preferRelativeResize="0"/>
          <p:nvPr/>
        </p:nvPicPr>
        <p:blipFill>
          <a:blip r:embed="rId4">
            <a:alphaModFix/>
          </a:blip>
          <a:stretch>
            <a:fillRect/>
          </a:stretch>
        </p:blipFill>
        <p:spPr>
          <a:xfrm>
            <a:off x="5322167" y="2825254"/>
            <a:ext cx="422262" cy="422262"/>
          </a:xfrm>
          <a:prstGeom prst="rect">
            <a:avLst/>
          </a:prstGeom>
          <a:noFill/>
          <a:ln>
            <a:noFill/>
          </a:ln>
        </p:spPr>
      </p:pic>
      <p:pic>
        <p:nvPicPr>
          <p:cNvPr id="255" name="Google Shape;255;p20" title="error (1).png"/>
          <p:cNvPicPr preferRelativeResize="0"/>
          <p:nvPr/>
        </p:nvPicPr>
        <p:blipFill>
          <a:blip r:embed="rId6">
            <a:alphaModFix/>
          </a:blip>
          <a:stretch>
            <a:fillRect/>
          </a:stretch>
        </p:blipFill>
        <p:spPr>
          <a:xfrm>
            <a:off x="4196050" y="1688650"/>
            <a:ext cx="441075" cy="441075"/>
          </a:xfrm>
          <a:prstGeom prst="rect">
            <a:avLst/>
          </a:prstGeom>
          <a:noFill/>
          <a:ln>
            <a:noFill/>
          </a:ln>
        </p:spPr>
      </p:pic>
      <p:pic>
        <p:nvPicPr>
          <p:cNvPr id="256" name="Google Shape;256;p20" title="error (1).png"/>
          <p:cNvPicPr preferRelativeResize="0"/>
          <p:nvPr/>
        </p:nvPicPr>
        <p:blipFill>
          <a:blip r:embed="rId6">
            <a:alphaModFix/>
          </a:blip>
          <a:stretch>
            <a:fillRect/>
          </a:stretch>
        </p:blipFill>
        <p:spPr>
          <a:xfrm>
            <a:off x="4196062" y="3921363"/>
            <a:ext cx="441075" cy="441075"/>
          </a:xfrm>
          <a:prstGeom prst="rect">
            <a:avLst/>
          </a:prstGeom>
          <a:noFill/>
          <a:ln>
            <a:noFill/>
          </a:ln>
        </p:spPr>
      </p:pic>
      <p:pic>
        <p:nvPicPr>
          <p:cNvPr id="257" name="Google Shape;257;p20" title="error (1).png"/>
          <p:cNvPicPr preferRelativeResize="0"/>
          <p:nvPr/>
        </p:nvPicPr>
        <p:blipFill>
          <a:blip r:embed="rId6">
            <a:alphaModFix/>
          </a:blip>
          <a:stretch>
            <a:fillRect/>
          </a:stretch>
        </p:blipFill>
        <p:spPr>
          <a:xfrm>
            <a:off x="5312775" y="3932704"/>
            <a:ext cx="441075" cy="441075"/>
          </a:xfrm>
          <a:prstGeom prst="rect">
            <a:avLst/>
          </a:prstGeom>
          <a:noFill/>
          <a:ln>
            <a:noFill/>
          </a:ln>
        </p:spPr>
      </p:pic>
      <p:pic>
        <p:nvPicPr>
          <p:cNvPr id="258" name="Google Shape;258;p20" title="error (1).png"/>
          <p:cNvPicPr preferRelativeResize="0"/>
          <p:nvPr/>
        </p:nvPicPr>
        <p:blipFill>
          <a:blip r:embed="rId6">
            <a:alphaModFix/>
          </a:blip>
          <a:stretch>
            <a:fillRect/>
          </a:stretch>
        </p:blipFill>
        <p:spPr>
          <a:xfrm>
            <a:off x="6424300" y="3921363"/>
            <a:ext cx="441075" cy="441075"/>
          </a:xfrm>
          <a:prstGeom prst="rect">
            <a:avLst/>
          </a:prstGeom>
          <a:noFill/>
          <a:ln>
            <a:noFill/>
          </a:ln>
        </p:spPr>
      </p:pic>
      <p:pic>
        <p:nvPicPr>
          <p:cNvPr id="259" name="Google Shape;259;p20" title="error (1).png"/>
          <p:cNvPicPr preferRelativeResize="0"/>
          <p:nvPr/>
        </p:nvPicPr>
        <p:blipFill>
          <a:blip r:embed="rId6">
            <a:alphaModFix/>
          </a:blip>
          <a:stretch>
            <a:fillRect/>
          </a:stretch>
        </p:blipFill>
        <p:spPr>
          <a:xfrm>
            <a:off x="7485375" y="3921363"/>
            <a:ext cx="441075" cy="441075"/>
          </a:xfrm>
          <a:prstGeom prst="rect">
            <a:avLst/>
          </a:prstGeom>
          <a:noFill/>
          <a:ln>
            <a:noFill/>
          </a:ln>
        </p:spPr>
      </p:pic>
      <p:pic>
        <p:nvPicPr>
          <p:cNvPr id="260" name="Google Shape;260;p20" title="error (1).png"/>
          <p:cNvPicPr preferRelativeResize="0"/>
          <p:nvPr/>
        </p:nvPicPr>
        <p:blipFill>
          <a:blip r:embed="rId6">
            <a:alphaModFix/>
          </a:blip>
          <a:stretch>
            <a:fillRect/>
          </a:stretch>
        </p:blipFill>
        <p:spPr>
          <a:xfrm>
            <a:off x="6424300" y="2805475"/>
            <a:ext cx="441075" cy="441075"/>
          </a:xfrm>
          <a:prstGeom prst="rect">
            <a:avLst/>
          </a:prstGeom>
          <a:noFill/>
          <a:ln>
            <a:noFill/>
          </a:ln>
        </p:spPr>
      </p:pic>
      <p:pic>
        <p:nvPicPr>
          <p:cNvPr id="261" name="Google Shape;261;p20" title="error (1).png"/>
          <p:cNvPicPr preferRelativeResize="0"/>
          <p:nvPr/>
        </p:nvPicPr>
        <p:blipFill>
          <a:blip r:embed="rId6">
            <a:alphaModFix/>
          </a:blip>
          <a:stretch>
            <a:fillRect/>
          </a:stretch>
        </p:blipFill>
        <p:spPr>
          <a:xfrm>
            <a:off x="7485375" y="2810900"/>
            <a:ext cx="441075" cy="441075"/>
          </a:xfrm>
          <a:prstGeom prst="rect">
            <a:avLst/>
          </a:prstGeom>
          <a:noFill/>
          <a:ln>
            <a:noFill/>
          </a:ln>
        </p:spPr>
      </p:pic>
      <p:pic>
        <p:nvPicPr>
          <p:cNvPr id="262" name="Google Shape;262;p20" title="error (1).png"/>
          <p:cNvPicPr preferRelativeResize="0"/>
          <p:nvPr/>
        </p:nvPicPr>
        <p:blipFill>
          <a:blip r:embed="rId6">
            <a:alphaModFix/>
          </a:blip>
          <a:stretch>
            <a:fillRect/>
          </a:stretch>
        </p:blipFill>
        <p:spPr>
          <a:xfrm>
            <a:off x="7485375" y="1688650"/>
            <a:ext cx="441075" cy="441075"/>
          </a:xfrm>
          <a:prstGeom prst="rect">
            <a:avLst/>
          </a:prstGeom>
          <a:noFill/>
          <a:ln>
            <a:noFill/>
          </a:ln>
        </p:spPr>
      </p:pic>
      <p:pic>
        <p:nvPicPr>
          <p:cNvPr id="263" name="Google Shape;263;p20" title="error (1).png"/>
          <p:cNvPicPr preferRelativeResize="0"/>
          <p:nvPr/>
        </p:nvPicPr>
        <p:blipFill>
          <a:blip r:embed="rId6">
            <a:alphaModFix/>
          </a:blip>
          <a:stretch>
            <a:fillRect/>
          </a:stretch>
        </p:blipFill>
        <p:spPr>
          <a:xfrm>
            <a:off x="6424312" y="1688650"/>
            <a:ext cx="441075" cy="441075"/>
          </a:xfrm>
          <a:prstGeom prst="rect">
            <a:avLst/>
          </a:prstGeom>
          <a:noFill/>
          <a:ln>
            <a:noFill/>
          </a:ln>
        </p:spPr>
      </p:pic>
      <p:pic>
        <p:nvPicPr>
          <p:cNvPr id="264" name="Google Shape;264;p20" title="error (1).png"/>
          <p:cNvPicPr preferRelativeResize="0"/>
          <p:nvPr/>
        </p:nvPicPr>
        <p:blipFill>
          <a:blip r:embed="rId6">
            <a:alphaModFix/>
          </a:blip>
          <a:stretch>
            <a:fillRect/>
          </a:stretch>
        </p:blipFill>
        <p:spPr>
          <a:xfrm>
            <a:off x="5310187" y="1688650"/>
            <a:ext cx="441075" cy="441075"/>
          </a:xfrm>
          <a:prstGeom prst="rect">
            <a:avLst/>
          </a:prstGeom>
          <a:noFill/>
          <a:ln>
            <a:noFill/>
          </a:ln>
        </p:spPr>
      </p:pic>
      <p:pic>
        <p:nvPicPr>
          <p:cNvPr id="265" name="Google Shape;265;p20" title="error.png"/>
          <p:cNvPicPr preferRelativeResize="0"/>
          <p:nvPr/>
        </p:nvPicPr>
        <p:blipFill>
          <a:blip r:embed="rId7">
            <a:alphaModFix/>
          </a:blip>
          <a:stretch>
            <a:fillRect/>
          </a:stretch>
        </p:blipFill>
        <p:spPr>
          <a:xfrm>
            <a:off x="6424325" y="3381062"/>
            <a:ext cx="441075" cy="441075"/>
          </a:xfrm>
          <a:prstGeom prst="rect">
            <a:avLst/>
          </a:prstGeom>
          <a:noFill/>
          <a:ln>
            <a:noFill/>
          </a:ln>
        </p:spPr>
      </p:pic>
      <p:pic>
        <p:nvPicPr>
          <p:cNvPr id="266" name="Google Shape;266;p20" title="error.png"/>
          <p:cNvPicPr preferRelativeResize="0"/>
          <p:nvPr/>
        </p:nvPicPr>
        <p:blipFill>
          <a:blip r:embed="rId7">
            <a:alphaModFix/>
          </a:blip>
          <a:stretch>
            <a:fillRect/>
          </a:stretch>
        </p:blipFill>
        <p:spPr>
          <a:xfrm>
            <a:off x="7485363" y="3381075"/>
            <a:ext cx="441075" cy="441075"/>
          </a:xfrm>
          <a:prstGeom prst="rect">
            <a:avLst/>
          </a:prstGeom>
          <a:noFill/>
          <a:ln>
            <a:noFill/>
          </a:ln>
        </p:spPr>
      </p:pic>
      <p:pic>
        <p:nvPicPr>
          <p:cNvPr id="267" name="Google Shape;267;p20" title="error.png"/>
          <p:cNvPicPr preferRelativeResize="0"/>
          <p:nvPr/>
        </p:nvPicPr>
        <p:blipFill>
          <a:blip r:embed="rId7">
            <a:alphaModFix/>
          </a:blip>
          <a:stretch>
            <a:fillRect/>
          </a:stretch>
        </p:blipFill>
        <p:spPr>
          <a:xfrm>
            <a:off x="5320275" y="2245762"/>
            <a:ext cx="441075" cy="441075"/>
          </a:xfrm>
          <a:prstGeom prst="rect">
            <a:avLst/>
          </a:prstGeom>
          <a:noFill/>
          <a:ln>
            <a:noFill/>
          </a:ln>
        </p:spPr>
      </p:pic>
      <p:pic>
        <p:nvPicPr>
          <p:cNvPr id="268" name="Google Shape;268;p20" title="error.png"/>
          <p:cNvPicPr preferRelativeResize="0"/>
          <p:nvPr/>
        </p:nvPicPr>
        <p:blipFill>
          <a:blip r:embed="rId7">
            <a:alphaModFix/>
          </a:blip>
          <a:stretch>
            <a:fillRect/>
          </a:stretch>
        </p:blipFill>
        <p:spPr>
          <a:xfrm>
            <a:off x="4196050" y="2238587"/>
            <a:ext cx="441075" cy="441075"/>
          </a:xfrm>
          <a:prstGeom prst="rect">
            <a:avLst/>
          </a:prstGeom>
          <a:noFill/>
          <a:ln>
            <a:noFill/>
          </a:ln>
        </p:spPr>
      </p:pic>
      <p:pic>
        <p:nvPicPr>
          <p:cNvPr id="269" name="Google Shape;269;p20" title="yes (1).png"/>
          <p:cNvPicPr preferRelativeResize="0"/>
          <p:nvPr/>
        </p:nvPicPr>
        <p:blipFill>
          <a:blip r:embed="rId5">
            <a:alphaModFix/>
          </a:blip>
          <a:stretch>
            <a:fillRect/>
          </a:stretch>
        </p:blipFill>
        <p:spPr>
          <a:xfrm>
            <a:off x="4211691" y="3382810"/>
            <a:ext cx="422275" cy="422296"/>
          </a:xfrm>
          <a:prstGeom prst="rect">
            <a:avLst/>
          </a:prstGeom>
          <a:noFill/>
          <a:ln>
            <a:noFill/>
          </a:ln>
        </p:spPr>
      </p:pic>
      <p:pic>
        <p:nvPicPr>
          <p:cNvPr id="270" name="Google Shape;270;p20" title="yes (1).png"/>
          <p:cNvPicPr preferRelativeResize="0"/>
          <p:nvPr/>
        </p:nvPicPr>
        <p:blipFill>
          <a:blip r:embed="rId5">
            <a:alphaModFix/>
          </a:blip>
          <a:stretch>
            <a:fillRect/>
          </a:stretch>
        </p:blipFill>
        <p:spPr>
          <a:xfrm>
            <a:off x="6433698" y="2256452"/>
            <a:ext cx="422275" cy="422296"/>
          </a:xfrm>
          <a:prstGeom prst="rect">
            <a:avLst/>
          </a:prstGeom>
          <a:noFill/>
          <a:ln>
            <a:noFill/>
          </a:ln>
        </p:spPr>
      </p:pic>
      <p:pic>
        <p:nvPicPr>
          <p:cNvPr id="271" name="Google Shape;271;p20" title="yes (1).png"/>
          <p:cNvPicPr preferRelativeResize="0"/>
          <p:nvPr/>
        </p:nvPicPr>
        <p:blipFill>
          <a:blip r:embed="rId5">
            <a:alphaModFix/>
          </a:blip>
          <a:stretch>
            <a:fillRect/>
          </a:stretch>
        </p:blipFill>
        <p:spPr>
          <a:xfrm>
            <a:off x="5318003" y="3378972"/>
            <a:ext cx="422275" cy="422296"/>
          </a:xfrm>
          <a:prstGeom prst="rect">
            <a:avLst/>
          </a:prstGeom>
          <a:noFill/>
          <a:ln>
            <a:noFill/>
          </a:ln>
        </p:spPr>
      </p:pic>
      <p:pic>
        <p:nvPicPr>
          <p:cNvPr id="272" name="Google Shape;272;p20" title="yes (1).png"/>
          <p:cNvPicPr preferRelativeResize="0"/>
          <p:nvPr/>
        </p:nvPicPr>
        <p:blipFill>
          <a:blip r:embed="rId5">
            <a:alphaModFix/>
          </a:blip>
          <a:stretch>
            <a:fillRect/>
          </a:stretch>
        </p:blipFill>
        <p:spPr>
          <a:xfrm>
            <a:off x="7494760" y="2259165"/>
            <a:ext cx="422275" cy="42229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277" name="Shape 277"/>
        <p:cNvGrpSpPr/>
        <p:nvPr/>
      </p:nvGrpSpPr>
      <p:grpSpPr>
        <a:xfrm>
          <a:off x="0" y="0"/>
          <a:ext cx="0" cy="0"/>
          <a:chOff x="0" y="0"/>
          <a:chExt cx="0" cy="0"/>
        </a:xfrm>
      </p:grpSpPr>
      <p:sp>
        <p:nvSpPr>
          <p:cNvPr id="278" name="Google Shape;278;p21"/>
          <p:cNvSpPr/>
          <p:nvPr/>
        </p:nvSpPr>
        <p:spPr>
          <a:xfrm>
            <a:off x="1769677" y="439575"/>
            <a:ext cx="1535100" cy="4083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4699E6"/>
              </a:buClr>
              <a:buSzPts val="936"/>
              <a:buFont typeface="Arial"/>
              <a:buNone/>
            </a:pPr>
            <a:r>
              <a:rPr b="1" lang="it" sz="1957">
                <a:solidFill>
                  <a:srgbClr val="4699E6"/>
                </a:solidFill>
                <a:latin typeface="Cambria"/>
                <a:ea typeface="Cambria"/>
                <a:cs typeface="Cambria"/>
                <a:sym typeface="Cambria"/>
              </a:rPr>
              <a:t>Founders</a:t>
            </a:r>
            <a:endParaRPr i="0" sz="1957" u="none" cap="none" strike="noStrike">
              <a:solidFill>
                <a:schemeClr val="dk1"/>
              </a:solidFill>
              <a:latin typeface="Cambria"/>
              <a:ea typeface="Cambria"/>
              <a:cs typeface="Cambria"/>
              <a:sym typeface="Cambria"/>
            </a:endParaRPr>
          </a:p>
        </p:txBody>
      </p:sp>
      <p:pic>
        <p:nvPicPr>
          <p:cNvPr id="279" name="Google Shape;279;p21" title="HUB-Pic.heic"/>
          <p:cNvPicPr preferRelativeResize="0"/>
          <p:nvPr/>
        </p:nvPicPr>
        <p:blipFill rotWithShape="1">
          <a:blip r:embed="rId3">
            <a:alphaModFix/>
          </a:blip>
          <a:srcRect b="7000" l="5640" r="4545" t="46395"/>
          <a:stretch/>
        </p:blipFill>
        <p:spPr>
          <a:xfrm>
            <a:off x="1164425" y="976488"/>
            <a:ext cx="2745600" cy="1899900"/>
          </a:xfrm>
          <a:prstGeom prst="roundRect">
            <a:avLst>
              <a:gd fmla="val 9532" name="adj"/>
            </a:avLst>
          </a:prstGeom>
          <a:noFill/>
          <a:ln cap="flat" cmpd="sng" w="10800">
            <a:solidFill>
              <a:srgbClr val="000000"/>
            </a:solidFill>
            <a:prstDash val="solid"/>
            <a:round/>
            <a:headEnd len="sm" w="sm" type="none"/>
            <a:tailEnd len="sm" w="sm" type="none"/>
          </a:ln>
        </p:spPr>
      </p:pic>
      <p:grpSp>
        <p:nvGrpSpPr>
          <p:cNvPr id="280" name="Google Shape;280;p21"/>
          <p:cNvGrpSpPr/>
          <p:nvPr/>
        </p:nvGrpSpPr>
        <p:grpSpPr>
          <a:xfrm>
            <a:off x="8380531" y="4799776"/>
            <a:ext cx="697341" cy="280251"/>
            <a:chOff x="2419725" y="609600"/>
            <a:chExt cx="2865000" cy="1151400"/>
          </a:xfrm>
        </p:grpSpPr>
        <p:sp>
          <p:nvSpPr>
            <p:cNvPr id="281" name="Google Shape;281;p21"/>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282" name="Google Shape;282;p21"/>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283" name="Google Shape;283;p21"/>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6AFEF"/>
              </a:buClr>
              <a:buSzPts val="900"/>
              <a:buFont typeface="Arial"/>
              <a:buNone/>
            </a:pPr>
            <a:r>
              <a:rPr b="0" i="0" lang="it" sz="900" u="none" cap="none" strike="noStrike">
                <a:solidFill>
                  <a:srgbClr val="66AFEF"/>
                </a:solidFill>
                <a:latin typeface="Arial"/>
                <a:ea typeface="Arial"/>
                <a:cs typeface="Arial"/>
                <a:sym typeface="Arial"/>
              </a:rPr>
              <a:t>© Fraido • </a:t>
            </a:r>
            <a:r>
              <a:rPr lang="it" sz="900">
                <a:solidFill>
                  <a:srgbClr val="66AFEF"/>
                </a:solidFill>
              </a:rPr>
              <a:t>July</a:t>
            </a:r>
            <a:r>
              <a:rPr lang="it" sz="900">
                <a:solidFill>
                  <a:srgbClr val="66AFEF"/>
                </a:solidFill>
              </a:rPr>
              <a:t> </a:t>
            </a:r>
            <a:r>
              <a:rPr b="0" i="0" lang="it" sz="900" u="none" cap="none" strike="noStrike">
                <a:solidFill>
                  <a:srgbClr val="66AFEF"/>
                </a:solidFill>
                <a:latin typeface="Arial"/>
                <a:ea typeface="Arial"/>
                <a:cs typeface="Arial"/>
                <a:sym typeface="Arial"/>
              </a:rPr>
              <a:t>202</a:t>
            </a:r>
            <a:r>
              <a:rPr lang="it" sz="900">
                <a:solidFill>
                  <a:srgbClr val="66AFEF"/>
                </a:solidFill>
              </a:rPr>
              <a:t>6</a:t>
            </a:r>
            <a:r>
              <a:rPr b="0" i="0" lang="it" sz="900" u="none" cap="none" strike="noStrike">
                <a:solidFill>
                  <a:srgbClr val="66AFEF"/>
                </a:solidFill>
                <a:latin typeface="Arial"/>
                <a:ea typeface="Arial"/>
                <a:cs typeface="Arial"/>
                <a:sym typeface="Arial"/>
              </a:rPr>
              <a:t> •  All rights reserved</a:t>
            </a:r>
            <a:endParaRPr b="0" i="0" sz="900" u="none" cap="none" strike="noStrike">
              <a:solidFill>
                <a:srgbClr val="000000"/>
              </a:solidFill>
              <a:latin typeface="Calibri"/>
              <a:ea typeface="Calibri"/>
              <a:cs typeface="Calibri"/>
              <a:sym typeface="Calibri"/>
            </a:endParaRPr>
          </a:p>
        </p:txBody>
      </p:sp>
      <p:sp>
        <p:nvSpPr>
          <p:cNvPr id="284" name="Google Shape;284;p21"/>
          <p:cNvSpPr txBox="1"/>
          <p:nvPr/>
        </p:nvSpPr>
        <p:spPr>
          <a:xfrm>
            <a:off x="2719065" y="660888"/>
            <a:ext cx="2424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600">
              <a:solidFill>
                <a:srgbClr val="FAFDFF"/>
              </a:solidFill>
              <a:latin typeface="Calibri"/>
              <a:ea typeface="Calibri"/>
              <a:cs typeface="Calibri"/>
              <a:sym typeface="Calibri"/>
            </a:endParaRPr>
          </a:p>
        </p:txBody>
      </p:sp>
      <p:grpSp>
        <p:nvGrpSpPr>
          <p:cNvPr id="285" name="Google Shape;285;p21"/>
          <p:cNvGrpSpPr/>
          <p:nvPr/>
        </p:nvGrpSpPr>
        <p:grpSpPr>
          <a:xfrm>
            <a:off x="4897137" y="801864"/>
            <a:ext cx="3952274" cy="3954507"/>
            <a:chOff x="251825" y="719198"/>
            <a:chExt cx="4182300" cy="4212300"/>
          </a:xfrm>
        </p:grpSpPr>
        <p:sp>
          <p:nvSpPr>
            <p:cNvPr id="286" name="Google Shape;286;p21"/>
            <p:cNvSpPr txBox="1"/>
            <p:nvPr/>
          </p:nvSpPr>
          <p:spPr>
            <a:xfrm>
              <a:off x="1327050" y="3259400"/>
              <a:ext cx="3000000" cy="349800"/>
            </a:xfrm>
            <a:prstGeom prst="rect">
              <a:avLst/>
            </a:prstGeom>
            <a:noFill/>
            <a:ln cap="flat" cmpd="sng" w="9525">
              <a:solidFill>
                <a:srgbClr val="000000"/>
              </a:solidFill>
              <a:prstDash val="solid"/>
              <a:round/>
              <a:headEnd len="sm" w="sm" type="none"/>
              <a:tailEnd len="sm" w="sm" type="none"/>
            </a:ln>
          </p:spPr>
          <p:txBody>
            <a:bodyPr anchorCtr="0" anchor="t" bIns="86400" lIns="86400" spcFirstLastPara="1" rIns="86400" wrap="square" tIns="86400">
              <a:spAutoFit/>
            </a:bodyPr>
            <a:lstStyle/>
            <a:p>
              <a:pPr indent="0" lvl="0" marL="432031" rtl="0" algn="l">
                <a:spcBef>
                  <a:spcPts val="0"/>
                </a:spcBef>
                <a:spcAft>
                  <a:spcPts val="0"/>
                </a:spcAft>
                <a:buNone/>
              </a:pPr>
              <a:r>
                <a:rPr lang="it" sz="1000">
                  <a:solidFill>
                    <a:srgbClr val="FFFFFF"/>
                  </a:solidFill>
                  <a:latin typeface="Calibri"/>
                  <a:ea typeface="Calibri"/>
                  <a:cs typeface="Calibri"/>
                  <a:sym typeface="Calibri"/>
                </a:rPr>
                <a:t>Dr. Andrew Markle</a:t>
              </a:r>
              <a:endParaRPr sz="1000">
                <a:solidFill>
                  <a:srgbClr val="FFFFFF"/>
                </a:solidFill>
                <a:latin typeface="Calibri"/>
                <a:ea typeface="Calibri"/>
                <a:cs typeface="Calibri"/>
                <a:sym typeface="Calibri"/>
              </a:endParaRPr>
            </a:p>
          </p:txBody>
        </p:sp>
        <p:sp>
          <p:nvSpPr>
            <p:cNvPr id="287" name="Google Shape;287;p21"/>
            <p:cNvSpPr/>
            <p:nvPr/>
          </p:nvSpPr>
          <p:spPr>
            <a:xfrm>
              <a:off x="251825" y="719198"/>
              <a:ext cx="4182300" cy="4212300"/>
            </a:xfrm>
            <a:prstGeom prst="roundRect">
              <a:avLst>
                <a:gd fmla="val 7096" name="adj"/>
              </a:avLst>
            </a:prstGeom>
            <a:solidFill>
              <a:srgbClr val="134162"/>
            </a:solidFill>
            <a:ln cap="flat" cmpd="sng" w="9525">
              <a:solidFill>
                <a:srgbClr val="FEB941"/>
              </a:solidFill>
              <a:prstDash val="solid"/>
              <a:round/>
              <a:headEnd len="sm" w="sm" type="none"/>
              <a:tailEnd len="sm" w="sm" type="none"/>
            </a:ln>
          </p:spPr>
          <p:txBody>
            <a:bodyPr anchorCtr="0" anchor="ctr" bIns="43175" lIns="86400" spcFirstLastPara="1" rIns="86400" wrap="square" tIns="43175">
              <a:noAutofit/>
            </a:bodyPr>
            <a:lstStyle/>
            <a:p>
              <a:pPr indent="0" lvl="0" marL="0" marR="0" rtl="0" algn="l">
                <a:lnSpc>
                  <a:spcPct val="100000"/>
                </a:lnSpc>
                <a:spcBef>
                  <a:spcPts val="0"/>
                </a:spcBef>
                <a:spcAft>
                  <a:spcPts val="0"/>
                </a:spcAft>
                <a:buClr>
                  <a:srgbClr val="000000"/>
                </a:buClr>
                <a:buSzPts val="1701"/>
                <a:buFont typeface="Calibri"/>
                <a:buNone/>
              </a:pPr>
              <a:r>
                <a:t/>
              </a:r>
              <a:endParaRPr i="0" sz="1000" u="none" cap="none" strike="noStrike">
                <a:solidFill>
                  <a:srgbClr val="000000"/>
                </a:solidFill>
                <a:latin typeface="Calibri"/>
                <a:ea typeface="Calibri"/>
                <a:cs typeface="Calibri"/>
                <a:sym typeface="Calibri"/>
              </a:endParaRPr>
            </a:p>
          </p:txBody>
        </p:sp>
        <p:sp>
          <p:nvSpPr>
            <p:cNvPr id="288" name="Google Shape;288;p21"/>
            <p:cNvSpPr/>
            <p:nvPr/>
          </p:nvSpPr>
          <p:spPr>
            <a:xfrm>
              <a:off x="445074" y="1849896"/>
              <a:ext cx="3759000" cy="417900"/>
            </a:xfrm>
            <a:prstGeom prst="roundRect">
              <a:avLst>
                <a:gd fmla="val 19514" name="adj"/>
              </a:avLst>
            </a:prstGeom>
            <a:solidFill>
              <a:srgbClr val="0C283B"/>
            </a:solidFill>
            <a:ln>
              <a:noFill/>
            </a:ln>
          </p:spPr>
          <p:txBody>
            <a:bodyPr anchorCtr="0" anchor="ctr" bIns="43175" lIns="86400" spcFirstLastPara="1" rIns="86400" wrap="square" tIns="43175">
              <a:noAutofit/>
            </a:bodyPr>
            <a:lstStyle/>
            <a:p>
              <a:pPr indent="0" lvl="0" marL="0" marR="0" rtl="0" algn="l">
                <a:lnSpc>
                  <a:spcPct val="140000"/>
                </a:lnSpc>
                <a:spcBef>
                  <a:spcPts val="0"/>
                </a:spcBef>
                <a:spcAft>
                  <a:spcPts val="0"/>
                </a:spcAft>
                <a:buClr>
                  <a:srgbClr val="88C5F6"/>
                </a:buClr>
                <a:buSzPts val="850"/>
                <a:buFont typeface="Arial"/>
                <a:buNone/>
              </a:pPr>
              <a:r>
                <a:rPr b="1" i="0" lang="it" sz="1100" u="none" cap="none" strike="noStrike">
                  <a:solidFill>
                    <a:srgbClr val="88C5F6"/>
                  </a:solidFill>
                  <a:latin typeface="Calibri"/>
                  <a:ea typeface="Calibri"/>
                  <a:cs typeface="Calibri"/>
                  <a:sym typeface="Calibri"/>
                </a:rPr>
                <a:t>Dr. Roberto Righetti</a:t>
              </a:r>
              <a:r>
                <a:rPr i="0" lang="it" sz="1100" u="none" cap="none" strike="noStrike">
                  <a:solidFill>
                    <a:srgbClr val="88C5F6"/>
                  </a:solidFill>
                  <a:latin typeface="Calibri"/>
                  <a:ea typeface="Calibri"/>
                  <a:cs typeface="Calibri"/>
                  <a:sym typeface="Calibri"/>
                </a:rPr>
                <a:t> - Airway Instructor</a:t>
              </a:r>
              <a:endParaRPr i="0" sz="1100" u="none" cap="none" strike="noStrike">
                <a:solidFill>
                  <a:srgbClr val="000000"/>
                </a:solidFill>
                <a:latin typeface="Calibri"/>
                <a:ea typeface="Calibri"/>
                <a:cs typeface="Calibri"/>
                <a:sym typeface="Calibri"/>
              </a:endParaRPr>
            </a:p>
          </p:txBody>
        </p:sp>
        <p:sp>
          <p:nvSpPr>
            <p:cNvPr id="289" name="Google Shape;289;p21"/>
            <p:cNvSpPr/>
            <p:nvPr/>
          </p:nvSpPr>
          <p:spPr>
            <a:xfrm>
              <a:off x="444974" y="2370420"/>
              <a:ext cx="3759000" cy="417900"/>
            </a:xfrm>
            <a:prstGeom prst="roundRect">
              <a:avLst>
                <a:gd fmla="val 19514" name="adj"/>
              </a:avLst>
            </a:prstGeom>
            <a:solidFill>
              <a:srgbClr val="0C283B"/>
            </a:solidFill>
            <a:ln>
              <a:noFill/>
            </a:ln>
          </p:spPr>
          <p:txBody>
            <a:bodyPr anchorCtr="0" anchor="ctr" bIns="43175" lIns="86400" spcFirstLastPara="1" rIns="86400" wrap="square" tIns="43175">
              <a:noAutofit/>
            </a:bodyPr>
            <a:lstStyle/>
            <a:p>
              <a:pPr indent="0" lvl="0" marL="0" marR="0" rtl="0" algn="l">
                <a:lnSpc>
                  <a:spcPct val="140000"/>
                </a:lnSpc>
                <a:spcBef>
                  <a:spcPts val="0"/>
                </a:spcBef>
                <a:spcAft>
                  <a:spcPts val="0"/>
                </a:spcAft>
                <a:buClr>
                  <a:srgbClr val="88C5F6"/>
                </a:buClr>
                <a:buSzPts val="850"/>
                <a:buFont typeface="Arial"/>
                <a:buNone/>
              </a:pPr>
              <a:r>
                <a:rPr b="1" i="0" lang="it" sz="1100" u="none" cap="none" strike="noStrike">
                  <a:solidFill>
                    <a:srgbClr val="88C5F6"/>
                  </a:solidFill>
                  <a:latin typeface="Calibri"/>
                  <a:ea typeface="Calibri"/>
                  <a:cs typeface="Calibri"/>
                  <a:sym typeface="Calibri"/>
                </a:rPr>
                <a:t>Dr. </a:t>
              </a:r>
              <a:r>
                <a:rPr b="1" lang="it" sz="1100">
                  <a:solidFill>
                    <a:srgbClr val="88C5F6"/>
                  </a:solidFill>
                  <a:latin typeface="Calibri"/>
                  <a:ea typeface="Calibri"/>
                  <a:cs typeface="Calibri"/>
                  <a:sym typeface="Calibri"/>
                </a:rPr>
                <a:t>Marco Garroni</a:t>
              </a:r>
              <a:r>
                <a:rPr i="0" lang="it" sz="1100" u="none" cap="none" strike="noStrike">
                  <a:solidFill>
                    <a:srgbClr val="88C5F6"/>
                  </a:solidFill>
                  <a:latin typeface="Calibri"/>
                  <a:ea typeface="Calibri"/>
                  <a:cs typeface="Calibri"/>
                  <a:sym typeface="Calibri"/>
                </a:rPr>
                <a:t> - Airway Instructor</a:t>
              </a:r>
              <a:endParaRPr i="0" sz="1100" u="none" cap="none" strike="noStrike">
                <a:solidFill>
                  <a:srgbClr val="000000"/>
                </a:solidFill>
                <a:latin typeface="Calibri"/>
                <a:ea typeface="Calibri"/>
                <a:cs typeface="Calibri"/>
                <a:sym typeface="Calibri"/>
              </a:endParaRPr>
            </a:p>
          </p:txBody>
        </p:sp>
        <p:sp>
          <p:nvSpPr>
            <p:cNvPr id="290" name="Google Shape;290;p21"/>
            <p:cNvSpPr/>
            <p:nvPr/>
          </p:nvSpPr>
          <p:spPr>
            <a:xfrm>
              <a:off x="431850" y="2891550"/>
              <a:ext cx="3759000" cy="417900"/>
            </a:xfrm>
            <a:prstGeom prst="roundRect">
              <a:avLst>
                <a:gd fmla="val 19514" name="adj"/>
              </a:avLst>
            </a:prstGeom>
            <a:solidFill>
              <a:srgbClr val="0C283B"/>
            </a:solidFill>
            <a:ln>
              <a:noFill/>
            </a:ln>
          </p:spPr>
          <p:txBody>
            <a:bodyPr anchorCtr="0" anchor="ctr" bIns="43175" lIns="86400" spcFirstLastPara="1" rIns="86400" wrap="square" tIns="43175">
              <a:noAutofit/>
            </a:bodyPr>
            <a:lstStyle/>
            <a:p>
              <a:pPr indent="0" lvl="0" marL="0" marR="0" rtl="0" algn="l">
                <a:lnSpc>
                  <a:spcPct val="140000"/>
                </a:lnSpc>
                <a:spcBef>
                  <a:spcPts val="0"/>
                </a:spcBef>
                <a:spcAft>
                  <a:spcPts val="0"/>
                </a:spcAft>
                <a:buClr>
                  <a:srgbClr val="88C5F6"/>
                </a:buClr>
                <a:buSzPts val="850"/>
                <a:buFont typeface="Arial"/>
                <a:buNone/>
              </a:pPr>
              <a:r>
                <a:rPr b="1" lang="it" sz="1100">
                  <a:solidFill>
                    <a:srgbClr val="88C5F6"/>
                  </a:solidFill>
                  <a:latin typeface="Calibri"/>
                  <a:ea typeface="Calibri"/>
                  <a:cs typeface="Calibri"/>
                  <a:sym typeface="Calibri"/>
                </a:rPr>
                <a:t>Prof. Giacomo Bellani</a:t>
              </a:r>
              <a:r>
                <a:rPr i="0" lang="it" sz="1100" u="none" cap="none" strike="noStrike">
                  <a:solidFill>
                    <a:srgbClr val="88C5F6"/>
                  </a:solidFill>
                  <a:latin typeface="Calibri"/>
                  <a:ea typeface="Calibri"/>
                  <a:cs typeface="Calibri"/>
                  <a:sym typeface="Calibri"/>
                </a:rPr>
                <a:t> - </a:t>
              </a:r>
              <a:r>
                <a:rPr lang="it" sz="1100">
                  <a:solidFill>
                    <a:srgbClr val="88C5F6"/>
                  </a:solidFill>
                  <a:latin typeface="Calibri"/>
                  <a:ea typeface="Calibri"/>
                  <a:cs typeface="Calibri"/>
                  <a:sym typeface="Calibri"/>
                </a:rPr>
                <a:t>Head of Intensive Care Unit</a:t>
              </a:r>
              <a:endParaRPr i="0" sz="1100" u="none" cap="none" strike="noStrike">
                <a:solidFill>
                  <a:srgbClr val="000000"/>
                </a:solidFill>
                <a:latin typeface="Calibri"/>
                <a:ea typeface="Calibri"/>
                <a:cs typeface="Calibri"/>
                <a:sym typeface="Calibri"/>
              </a:endParaRPr>
            </a:p>
          </p:txBody>
        </p:sp>
        <p:sp>
          <p:nvSpPr>
            <p:cNvPr id="291" name="Google Shape;291;p21"/>
            <p:cNvSpPr/>
            <p:nvPr/>
          </p:nvSpPr>
          <p:spPr>
            <a:xfrm>
              <a:off x="445075" y="3411000"/>
              <a:ext cx="3759000" cy="417900"/>
            </a:xfrm>
            <a:prstGeom prst="roundRect">
              <a:avLst>
                <a:gd fmla="val 19514" name="adj"/>
              </a:avLst>
            </a:prstGeom>
            <a:solidFill>
              <a:srgbClr val="0C283B"/>
            </a:solidFill>
            <a:ln>
              <a:noFill/>
            </a:ln>
          </p:spPr>
          <p:txBody>
            <a:bodyPr anchorCtr="0" anchor="ctr" bIns="43175" lIns="86400" spcFirstLastPara="1" rIns="86400" wrap="square" tIns="43175">
              <a:noAutofit/>
            </a:bodyPr>
            <a:lstStyle/>
            <a:p>
              <a:pPr indent="0" lvl="0" marL="0" marR="0" rtl="0" algn="l">
                <a:lnSpc>
                  <a:spcPct val="140000"/>
                </a:lnSpc>
                <a:spcBef>
                  <a:spcPts val="0"/>
                </a:spcBef>
                <a:spcAft>
                  <a:spcPts val="0"/>
                </a:spcAft>
                <a:buClr>
                  <a:srgbClr val="88C5F6"/>
                </a:buClr>
                <a:buSzPts val="850"/>
                <a:buFont typeface="Arial"/>
                <a:buNone/>
              </a:pPr>
              <a:r>
                <a:rPr b="1" lang="it" sz="1100">
                  <a:solidFill>
                    <a:srgbClr val="88C5F6"/>
                  </a:solidFill>
                  <a:latin typeface="Calibri"/>
                  <a:ea typeface="Calibri"/>
                  <a:cs typeface="Calibri"/>
                  <a:sym typeface="Calibri"/>
                </a:rPr>
                <a:t>Dr. Stefano Bonvini</a:t>
              </a:r>
              <a:r>
                <a:rPr i="0" lang="it" sz="1100" u="none" cap="none" strike="noStrike">
                  <a:solidFill>
                    <a:srgbClr val="88C5F6"/>
                  </a:solidFill>
                  <a:latin typeface="Calibri"/>
                  <a:ea typeface="Calibri"/>
                  <a:cs typeface="Calibri"/>
                  <a:sym typeface="Calibri"/>
                </a:rPr>
                <a:t> - </a:t>
              </a:r>
              <a:r>
                <a:rPr lang="it" sz="1100">
                  <a:solidFill>
                    <a:srgbClr val="88C5F6"/>
                  </a:solidFill>
                  <a:latin typeface="Calibri"/>
                  <a:ea typeface="Calibri"/>
                  <a:cs typeface="Calibri"/>
                  <a:sym typeface="Calibri"/>
                </a:rPr>
                <a:t>Head of Vascular Surgery</a:t>
              </a:r>
              <a:endParaRPr i="0" sz="1100" u="none" cap="none" strike="noStrike">
                <a:solidFill>
                  <a:srgbClr val="000000"/>
                </a:solidFill>
                <a:latin typeface="Calibri"/>
                <a:ea typeface="Calibri"/>
                <a:cs typeface="Calibri"/>
                <a:sym typeface="Calibri"/>
              </a:endParaRPr>
            </a:p>
          </p:txBody>
        </p:sp>
        <p:sp>
          <p:nvSpPr>
            <p:cNvPr id="292" name="Google Shape;292;p21"/>
            <p:cNvSpPr/>
            <p:nvPr/>
          </p:nvSpPr>
          <p:spPr>
            <a:xfrm>
              <a:off x="431850" y="3921100"/>
              <a:ext cx="3759000" cy="417900"/>
            </a:xfrm>
            <a:prstGeom prst="roundRect">
              <a:avLst>
                <a:gd fmla="val 19514" name="adj"/>
              </a:avLst>
            </a:prstGeom>
            <a:solidFill>
              <a:srgbClr val="0C283B"/>
            </a:solidFill>
            <a:ln>
              <a:noFill/>
            </a:ln>
          </p:spPr>
          <p:txBody>
            <a:bodyPr anchorCtr="0" anchor="ctr" bIns="43175" lIns="86400" spcFirstLastPara="1" rIns="86400" wrap="square" tIns="43175">
              <a:noAutofit/>
            </a:bodyPr>
            <a:lstStyle/>
            <a:p>
              <a:pPr indent="0" lvl="0" marL="0" marR="0" rtl="0" algn="l">
                <a:lnSpc>
                  <a:spcPct val="140000"/>
                </a:lnSpc>
                <a:spcBef>
                  <a:spcPts val="0"/>
                </a:spcBef>
                <a:spcAft>
                  <a:spcPts val="0"/>
                </a:spcAft>
                <a:buClr>
                  <a:srgbClr val="88C5F6"/>
                </a:buClr>
                <a:buSzPts val="850"/>
                <a:buFont typeface="Arial"/>
                <a:buNone/>
              </a:pPr>
              <a:r>
                <a:rPr b="1" lang="it" sz="1100">
                  <a:solidFill>
                    <a:srgbClr val="88C5F6"/>
                  </a:solidFill>
                  <a:latin typeface="Calibri"/>
                  <a:ea typeface="Calibri"/>
                  <a:cs typeface="Calibri"/>
                  <a:sym typeface="Calibri"/>
                </a:rPr>
                <a:t>Dr. Andrew Markle</a:t>
              </a:r>
              <a:r>
                <a:rPr i="0" lang="it" sz="1100" u="none" cap="none" strike="noStrike">
                  <a:solidFill>
                    <a:srgbClr val="88C5F6"/>
                  </a:solidFill>
                  <a:latin typeface="Calibri"/>
                  <a:ea typeface="Calibri"/>
                  <a:cs typeface="Calibri"/>
                  <a:sym typeface="Calibri"/>
                </a:rPr>
                <a:t> - </a:t>
              </a:r>
              <a:r>
                <a:rPr lang="it" sz="1100">
                  <a:solidFill>
                    <a:srgbClr val="88C5F6"/>
                  </a:solidFill>
                  <a:latin typeface="Calibri"/>
                  <a:ea typeface="Calibri"/>
                  <a:cs typeface="Calibri"/>
                  <a:sym typeface="Calibri"/>
                </a:rPr>
                <a:t>Quality specialist, Saint Mary</a:t>
              </a:r>
              <a:endParaRPr i="0" sz="1100" u="none" cap="none" strike="noStrike">
                <a:solidFill>
                  <a:srgbClr val="000000"/>
                </a:solidFill>
                <a:latin typeface="Calibri"/>
                <a:ea typeface="Calibri"/>
                <a:cs typeface="Calibri"/>
                <a:sym typeface="Calibri"/>
              </a:endParaRPr>
            </a:p>
          </p:txBody>
        </p:sp>
        <p:sp>
          <p:nvSpPr>
            <p:cNvPr id="293" name="Google Shape;293;p21"/>
            <p:cNvSpPr/>
            <p:nvPr/>
          </p:nvSpPr>
          <p:spPr>
            <a:xfrm>
              <a:off x="441099" y="1337497"/>
              <a:ext cx="3788100" cy="417900"/>
            </a:xfrm>
            <a:prstGeom prst="roundRect">
              <a:avLst>
                <a:gd fmla="val 19514" name="adj"/>
              </a:avLst>
            </a:prstGeom>
            <a:solidFill>
              <a:srgbClr val="0C283B"/>
            </a:solidFill>
            <a:ln>
              <a:noFill/>
            </a:ln>
          </p:spPr>
          <p:txBody>
            <a:bodyPr anchorCtr="0" anchor="ctr" bIns="43175" lIns="86400" spcFirstLastPara="1" rIns="86400" wrap="square" tIns="43175">
              <a:noAutofit/>
            </a:bodyPr>
            <a:lstStyle/>
            <a:p>
              <a:pPr indent="0" lvl="0" marL="0" marR="0" rtl="0" algn="l">
                <a:lnSpc>
                  <a:spcPct val="140000"/>
                </a:lnSpc>
                <a:spcBef>
                  <a:spcPts val="0"/>
                </a:spcBef>
                <a:spcAft>
                  <a:spcPts val="0"/>
                </a:spcAft>
                <a:buClr>
                  <a:srgbClr val="88C5F6"/>
                </a:buClr>
                <a:buSzPts val="850"/>
                <a:buFont typeface="Arial"/>
                <a:buNone/>
              </a:pPr>
              <a:r>
                <a:rPr b="1" i="0" lang="it" sz="1100" u="none" cap="none" strike="noStrike">
                  <a:solidFill>
                    <a:srgbClr val="88C5F6"/>
                  </a:solidFill>
                  <a:latin typeface="Calibri"/>
                  <a:ea typeface="Calibri"/>
                  <a:cs typeface="Calibri"/>
                  <a:sym typeface="Calibri"/>
                </a:rPr>
                <a:t>Dr. </a:t>
              </a:r>
              <a:r>
                <a:rPr b="1" lang="it" sz="1100">
                  <a:solidFill>
                    <a:srgbClr val="88C5F6"/>
                  </a:solidFill>
                  <a:latin typeface="Calibri"/>
                  <a:ea typeface="Calibri"/>
                  <a:cs typeface="Calibri"/>
                  <a:sym typeface="Calibri"/>
                </a:rPr>
                <a:t>Chiara Sansovini </a:t>
              </a:r>
              <a:r>
                <a:rPr i="0" lang="it" sz="1100" u="none" cap="none" strike="noStrike">
                  <a:solidFill>
                    <a:srgbClr val="88C5F6"/>
                  </a:solidFill>
                  <a:latin typeface="Calibri"/>
                  <a:ea typeface="Calibri"/>
                  <a:cs typeface="Calibri"/>
                  <a:sym typeface="Calibri"/>
                </a:rPr>
                <a:t>- </a:t>
              </a:r>
              <a:r>
                <a:rPr lang="it" sz="1100">
                  <a:solidFill>
                    <a:srgbClr val="88C5F6"/>
                  </a:solidFill>
                  <a:latin typeface="Calibri"/>
                  <a:ea typeface="Calibri"/>
                  <a:cs typeface="Calibri"/>
                  <a:sym typeface="Calibri"/>
                </a:rPr>
                <a:t>Autor Stargate Study</a:t>
              </a:r>
              <a:r>
                <a:rPr i="0" lang="it" sz="1100" u="none" cap="none" strike="noStrike">
                  <a:solidFill>
                    <a:srgbClr val="88C5F6"/>
                  </a:solidFill>
                  <a:latin typeface="Calibri"/>
                  <a:ea typeface="Calibri"/>
                  <a:cs typeface="Calibri"/>
                  <a:sym typeface="Calibri"/>
                </a:rPr>
                <a:t> </a:t>
              </a:r>
              <a:endParaRPr i="0" sz="1100" u="none" cap="none" strike="noStrike">
                <a:solidFill>
                  <a:srgbClr val="000000"/>
                </a:solidFill>
                <a:latin typeface="Calibri"/>
                <a:ea typeface="Calibri"/>
                <a:cs typeface="Calibri"/>
                <a:sym typeface="Calibri"/>
              </a:endParaRPr>
            </a:p>
          </p:txBody>
        </p:sp>
        <p:sp>
          <p:nvSpPr>
            <p:cNvPr id="294" name="Google Shape;294;p21"/>
            <p:cNvSpPr/>
            <p:nvPr/>
          </p:nvSpPr>
          <p:spPr>
            <a:xfrm>
              <a:off x="419650" y="4419225"/>
              <a:ext cx="3788100" cy="417900"/>
            </a:xfrm>
            <a:prstGeom prst="roundRect">
              <a:avLst>
                <a:gd fmla="val 19514" name="adj"/>
              </a:avLst>
            </a:prstGeom>
            <a:solidFill>
              <a:srgbClr val="0C283B"/>
            </a:solidFill>
            <a:ln>
              <a:noFill/>
            </a:ln>
          </p:spPr>
          <p:txBody>
            <a:bodyPr anchorCtr="0" anchor="ctr" bIns="43175" lIns="86400" spcFirstLastPara="1" rIns="86400" wrap="square" tIns="43175">
              <a:noAutofit/>
            </a:bodyPr>
            <a:lstStyle/>
            <a:p>
              <a:pPr indent="0" lvl="0" marL="0" rtl="0" algn="l">
                <a:lnSpc>
                  <a:spcPct val="140000"/>
                </a:lnSpc>
                <a:spcBef>
                  <a:spcPts val="0"/>
                </a:spcBef>
                <a:spcAft>
                  <a:spcPts val="0"/>
                </a:spcAft>
                <a:buClr>
                  <a:srgbClr val="88C5F6"/>
                </a:buClr>
                <a:buSzPts val="850"/>
                <a:buFont typeface="Arial"/>
                <a:buNone/>
              </a:pPr>
              <a:r>
                <a:rPr b="1" lang="it" sz="1100">
                  <a:solidFill>
                    <a:srgbClr val="88C5F6"/>
                  </a:solidFill>
                  <a:latin typeface="Calibri"/>
                  <a:ea typeface="Calibri"/>
                  <a:cs typeface="Calibri"/>
                  <a:sym typeface="Calibri"/>
                </a:rPr>
                <a:t>Martin Gossling </a:t>
              </a:r>
              <a:r>
                <a:rPr lang="it" sz="1100">
                  <a:solidFill>
                    <a:srgbClr val="88C5F6"/>
                  </a:solidFill>
                  <a:latin typeface="Calibri"/>
                  <a:ea typeface="Calibri"/>
                  <a:cs typeface="Calibri"/>
                  <a:sym typeface="Calibri"/>
                </a:rPr>
                <a:t>- Head of commercial innovation at UHS</a:t>
              </a:r>
              <a:endParaRPr sz="1100">
                <a:solidFill>
                  <a:srgbClr val="88C5F6"/>
                </a:solidFill>
                <a:latin typeface="Calibri"/>
                <a:ea typeface="Calibri"/>
                <a:cs typeface="Calibri"/>
                <a:sym typeface="Calibri"/>
              </a:endParaRPr>
            </a:p>
          </p:txBody>
        </p:sp>
        <p:sp>
          <p:nvSpPr>
            <p:cNvPr id="295" name="Google Shape;295;p21"/>
            <p:cNvSpPr/>
            <p:nvPr/>
          </p:nvSpPr>
          <p:spPr>
            <a:xfrm>
              <a:off x="448924" y="840600"/>
              <a:ext cx="3788100" cy="417900"/>
            </a:xfrm>
            <a:prstGeom prst="roundRect">
              <a:avLst>
                <a:gd fmla="val 19514" name="adj"/>
              </a:avLst>
            </a:prstGeom>
            <a:solidFill>
              <a:srgbClr val="0C283B"/>
            </a:solidFill>
            <a:ln>
              <a:noFill/>
            </a:ln>
          </p:spPr>
          <p:txBody>
            <a:bodyPr anchorCtr="0" anchor="ctr" bIns="43175" lIns="86400" spcFirstLastPara="1" rIns="86400" wrap="square" tIns="43175">
              <a:noAutofit/>
            </a:bodyPr>
            <a:lstStyle/>
            <a:p>
              <a:pPr indent="0" lvl="0" marL="0" marR="0" rtl="0" algn="l">
                <a:lnSpc>
                  <a:spcPct val="140000"/>
                </a:lnSpc>
                <a:spcBef>
                  <a:spcPts val="0"/>
                </a:spcBef>
                <a:spcAft>
                  <a:spcPts val="0"/>
                </a:spcAft>
                <a:buClr>
                  <a:srgbClr val="88C5F6"/>
                </a:buClr>
                <a:buSzPts val="850"/>
                <a:buFont typeface="Arial"/>
                <a:buNone/>
              </a:pPr>
              <a:r>
                <a:rPr b="1" lang="it" sz="1100">
                  <a:solidFill>
                    <a:srgbClr val="88C5F6"/>
                  </a:solidFill>
                  <a:latin typeface="Calibri"/>
                  <a:ea typeface="Calibri"/>
                  <a:cs typeface="Calibri"/>
                  <a:sym typeface="Calibri"/>
                </a:rPr>
                <a:t>Prof. Pietro Arina </a:t>
              </a:r>
              <a:r>
                <a:rPr i="0" lang="it" sz="1100" u="none" cap="none" strike="noStrike">
                  <a:solidFill>
                    <a:srgbClr val="88C5F6"/>
                  </a:solidFill>
                  <a:latin typeface="Calibri"/>
                  <a:ea typeface="Calibri"/>
                  <a:cs typeface="Calibri"/>
                  <a:sym typeface="Calibri"/>
                </a:rPr>
                <a:t>- Professor UCL London</a:t>
              </a:r>
              <a:endParaRPr i="0" sz="1100" u="none" cap="none" strike="noStrike">
                <a:solidFill>
                  <a:srgbClr val="000000"/>
                </a:solidFill>
                <a:latin typeface="Calibri"/>
                <a:ea typeface="Calibri"/>
                <a:cs typeface="Calibri"/>
                <a:sym typeface="Calibri"/>
              </a:endParaRPr>
            </a:p>
          </p:txBody>
        </p:sp>
      </p:grpSp>
      <p:sp>
        <p:nvSpPr>
          <p:cNvPr id="296" name="Google Shape;296;p21"/>
          <p:cNvSpPr/>
          <p:nvPr/>
        </p:nvSpPr>
        <p:spPr>
          <a:xfrm>
            <a:off x="6105715" y="343025"/>
            <a:ext cx="1535100" cy="4083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4699E6"/>
              </a:buClr>
              <a:buSzPts val="936"/>
              <a:buFont typeface="Arial"/>
              <a:buNone/>
            </a:pPr>
            <a:r>
              <a:rPr b="1" lang="it" sz="1957">
                <a:solidFill>
                  <a:srgbClr val="4699E6"/>
                </a:solidFill>
                <a:latin typeface="Cambria"/>
                <a:ea typeface="Cambria"/>
                <a:cs typeface="Cambria"/>
                <a:sym typeface="Cambria"/>
              </a:rPr>
              <a:t>Advisors</a:t>
            </a:r>
            <a:endParaRPr i="0" sz="1957" u="none" cap="none" strike="noStrike">
              <a:solidFill>
                <a:schemeClr val="dk1"/>
              </a:solidFill>
              <a:latin typeface="Cambria"/>
              <a:ea typeface="Cambria"/>
              <a:cs typeface="Cambria"/>
              <a:sym typeface="Cambria"/>
            </a:endParaRPr>
          </a:p>
        </p:txBody>
      </p:sp>
      <p:grpSp>
        <p:nvGrpSpPr>
          <p:cNvPr id="297" name="Google Shape;297;p21"/>
          <p:cNvGrpSpPr/>
          <p:nvPr/>
        </p:nvGrpSpPr>
        <p:grpSpPr>
          <a:xfrm>
            <a:off x="96500" y="3179971"/>
            <a:ext cx="2622600" cy="1356376"/>
            <a:chOff x="188125" y="846922"/>
            <a:chExt cx="2622600" cy="1910389"/>
          </a:xfrm>
        </p:grpSpPr>
        <p:sp>
          <p:nvSpPr>
            <p:cNvPr id="298" name="Google Shape;298;p21"/>
            <p:cNvSpPr/>
            <p:nvPr/>
          </p:nvSpPr>
          <p:spPr>
            <a:xfrm>
              <a:off x="602875" y="846922"/>
              <a:ext cx="1793100" cy="1791600"/>
            </a:xfrm>
            <a:prstGeom prst="roundRect">
              <a:avLst>
                <a:gd fmla="val 5337" name="adj"/>
              </a:avLst>
            </a:prstGeom>
            <a:solidFill>
              <a:srgbClr val="153750"/>
            </a:solidFill>
            <a:ln cap="flat" cmpd="sng" w="19050">
              <a:solidFill>
                <a:srgbClr val="3D739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99" name="Google Shape;299;p21"/>
            <p:cNvGrpSpPr/>
            <p:nvPr/>
          </p:nvGrpSpPr>
          <p:grpSpPr>
            <a:xfrm>
              <a:off x="289671" y="920119"/>
              <a:ext cx="2419376" cy="552084"/>
              <a:chOff x="151156" y="3621805"/>
              <a:chExt cx="1971300" cy="486675"/>
            </a:xfrm>
          </p:grpSpPr>
          <p:sp>
            <p:nvSpPr>
              <p:cNvPr id="300" name="Google Shape;300;p21"/>
              <p:cNvSpPr/>
              <p:nvPr/>
            </p:nvSpPr>
            <p:spPr>
              <a:xfrm>
                <a:off x="151156" y="3621805"/>
                <a:ext cx="1971300" cy="2400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i="0" lang="it" u="none" cap="none" strike="noStrike">
                    <a:solidFill>
                      <a:srgbClr val="FAFDFF"/>
                    </a:solidFill>
                    <a:latin typeface="Calibri"/>
                    <a:ea typeface="Calibri"/>
                    <a:cs typeface="Calibri"/>
                    <a:sym typeface="Calibri"/>
                  </a:rPr>
                  <a:t>Antonio Maria Vizioli</a:t>
                </a:r>
                <a:endParaRPr i="0" u="none" cap="none" strike="noStrike">
                  <a:solidFill>
                    <a:schemeClr val="dk1"/>
                  </a:solidFill>
                  <a:latin typeface="Calibri"/>
                  <a:ea typeface="Calibri"/>
                  <a:cs typeface="Calibri"/>
                  <a:sym typeface="Calibri"/>
                </a:endParaRPr>
              </a:p>
            </p:txBody>
          </p:sp>
          <p:sp>
            <p:nvSpPr>
              <p:cNvPr id="301" name="Google Shape;301;p21"/>
              <p:cNvSpPr/>
              <p:nvPr/>
            </p:nvSpPr>
            <p:spPr>
              <a:xfrm>
                <a:off x="675256" y="3948580"/>
                <a:ext cx="923100" cy="1599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4699E6"/>
                  </a:buClr>
                  <a:buSzPts val="1106"/>
                  <a:buFont typeface="Arial"/>
                  <a:buNone/>
                </a:pPr>
                <a:r>
                  <a:rPr b="1" lang="it" sz="1406">
                    <a:solidFill>
                      <a:srgbClr val="4699E6"/>
                    </a:solidFill>
                    <a:latin typeface="Calibri"/>
                    <a:ea typeface="Calibri"/>
                    <a:cs typeface="Calibri"/>
                    <a:sym typeface="Calibri"/>
                  </a:rPr>
                  <a:t> </a:t>
                </a:r>
                <a:r>
                  <a:rPr lang="it" sz="1406">
                    <a:solidFill>
                      <a:srgbClr val="4699E6"/>
                    </a:solidFill>
                    <a:latin typeface="Calibri"/>
                    <a:ea typeface="Calibri"/>
                    <a:cs typeface="Calibri"/>
                    <a:sym typeface="Calibri"/>
                  </a:rPr>
                  <a:t>A&amp;E </a:t>
                </a:r>
                <a:r>
                  <a:rPr i="0" lang="it" sz="1406" u="none" cap="none" strike="noStrike">
                    <a:solidFill>
                      <a:srgbClr val="4699E6"/>
                    </a:solidFill>
                    <a:latin typeface="Calibri"/>
                    <a:ea typeface="Calibri"/>
                    <a:cs typeface="Calibri"/>
                    <a:sym typeface="Calibri"/>
                  </a:rPr>
                  <a:t>Nurse</a:t>
                </a:r>
                <a:endParaRPr i="0" sz="1406" u="none" cap="none" strike="noStrike">
                  <a:solidFill>
                    <a:srgbClr val="4699E6"/>
                  </a:solidFill>
                  <a:latin typeface="Calibri"/>
                  <a:ea typeface="Calibri"/>
                  <a:cs typeface="Calibri"/>
                  <a:sym typeface="Calibri"/>
                </a:endParaRPr>
              </a:p>
            </p:txBody>
          </p:sp>
        </p:grpSp>
        <p:sp>
          <p:nvSpPr>
            <p:cNvPr id="302" name="Google Shape;302;p21"/>
            <p:cNvSpPr txBox="1"/>
            <p:nvPr/>
          </p:nvSpPr>
          <p:spPr>
            <a:xfrm>
              <a:off x="188125" y="1674911"/>
              <a:ext cx="2622600" cy="10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600">
                  <a:solidFill>
                    <a:srgbClr val="FAFDFF"/>
                  </a:solidFill>
                  <a:latin typeface="Calibri"/>
                  <a:ea typeface="Calibri"/>
                  <a:cs typeface="Calibri"/>
                  <a:sym typeface="Calibri"/>
                </a:rPr>
                <a:t>5Y Emergency</a:t>
              </a:r>
              <a:br>
                <a:rPr lang="it" sz="1600">
                  <a:solidFill>
                    <a:srgbClr val="FAFDFF"/>
                  </a:solidFill>
                  <a:latin typeface="Calibri"/>
                  <a:ea typeface="Calibri"/>
                  <a:cs typeface="Calibri"/>
                  <a:sym typeface="Calibri"/>
                </a:rPr>
              </a:br>
              <a:r>
                <a:rPr b="1" lang="it" sz="1600">
                  <a:solidFill>
                    <a:srgbClr val="FAFDFF"/>
                  </a:solidFill>
                  <a:latin typeface="Cambria"/>
                  <a:ea typeface="Cambria"/>
                  <a:cs typeface="Cambria"/>
                  <a:sym typeface="Cambria"/>
                </a:rPr>
                <a:t>CEO</a:t>
              </a:r>
              <a:r>
                <a:rPr lang="it" sz="1600">
                  <a:solidFill>
                    <a:srgbClr val="FAFDFF"/>
                  </a:solidFill>
                  <a:latin typeface="Cambria"/>
                  <a:ea typeface="Cambria"/>
                  <a:cs typeface="Cambria"/>
                  <a:sym typeface="Cambria"/>
                </a:rPr>
                <a:t> </a:t>
              </a:r>
              <a:endParaRPr sz="1600">
                <a:solidFill>
                  <a:srgbClr val="FAFDFF"/>
                </a:solidFill>
                <a:latin typeface="Cambria"/>
                <a:ea typeface="Cambria"/>
                <a:cs typeface="Cambria"/>
                <a:sym typeface="Cambria"/>
              </a:endParaRPr>
            </a:p>
            <a:p>
              <a:pPr indent="0" lvl="0" marL="0" rtl="0" algn="l">
                <a:spcBef>
                  <a:spcPts val="0"/>
                </a:spcBef>
                <a:spcAft>
                  <a:spcPts val="0"/>
                </a:spcAft>
                <a:buNone/>
              </a:pPr>
              <a:r>
                <a:rPr lang="it" sz="1600">
                  <a:solidFill>
                    <a:srgbClr val="FAFDFF"/>
                  </a:solidFill>
                  <a:latin typeface="Calibri"/>
                  <a:ea typeface="Calibri"/>
                  <a:cs typeface="Calibri"/>
                  <a:sym typeface="Calibri"/>
                </a:rPr>
                <a:t> </a:t>
              </a:r>
              <a:endParaRPr sz="1600">
                <a:solidFill>
                  <a:srgbClr val="FAFDFF"/>
                </a:solidFill>
                <a:latin typeface="Calibri"/>
                <a:ea typeface="Calibri"/>
                <a:cs typeface="Calibri"/>
                <a:sym typeface="Calibri"/>
              </a:endParaRPr>
            </a:p>
          </p:txBody>
        </p:sp>
      </p:grpSp>
      <p:grpSp>
        <p:nvGrpSpPr>
          <p:cNvPr id="303" name="Google Shape;303;p21"/>
          <p:cNvGrpSpPr/>
          <p:nvPr/>
        </p:nvGrpSpPr>
        <p:grpSpPr>
          <a:xfrm>
            <a:off x="2329775" y="3179971"/>
            <a:ext cx="2622600" cy="1356376"/>
            <a:chOff x="188100" y="846922"/>
            <a:chExt cx="2622600" cy="1910389"/>
          </a:xfrm>
        </p:grpSpPr>
        <p:sp>
          <p:nvSpPr>
            <p:cNvPr id="304" name="Google Shape;304;p21"/>
            <p:cNvSpPr/>
            <p:nvPr/>
          </p:nvSpPr>
          <p:spPr>
            <a:xfrm>
              <a:off x="602875" y="846922"/>
              <a:ext cx="1793100" cy="1791600"/>
            </a:xfrm>
            <a:prstGeom prst="roundRect">
              <a:avLst>
                <a:gd fmla="val 4510" name="adj"/>
              </a:avLst>
            </a:prstGeom>
            <a:solidFill>
              <a:srgbClr val="153750"/>
            </a:solidFill>
            <a:ln cap="flat" cmpd="sng" w="19050">
              <a:solidFill>
                <a:srgbClr val="3D739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05" name="Google Shape;305;p21"/>
            <p:cNvGrpSpPr/>
            <p:nvPr/>
          </p:nvGrpSpPr>
          <p:grpSpPr>
            <a:xfrm>
              <a:off x="204252" y="920119"/>
              <a:ext cx="2590217" cy="560587"/>
              <a:chOff x="81557" y="3621805"/>
              <a:chExt cx="2110500" cy="494170"/>
            </a:xfrm>
          </p:grpSpPr>
          <p:sp>
            <p:nvSpPr>
              <p:cNvPr id="306" name="Google Shape;306;p21"/>
              <p:cNvSpPr/>
              <p:nvPr/>
            </p:nvSpPr>
            <p:spPr>
              <a:xfrm>
                <a:off x="151156" y="3621805"/>
                <a:ext cx="1971300" cy="2400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it">
                    <a:solidFill>
                      <a:srgbClr val="FAFDFF"/>
                    </a:solidFill>
                    <a:latin typeface="Calibri"/>
                    <a:ea typeface="Calibri"/>
                    <a:cs typeface="Calibri"/>
                    <a:sym typeface="Calibri"/>
                  </a:rPr>
                  <a:t>Elia Fregonese</a:t>
                </a:r>
                <a:endParaRPr i="0" u="none" cap="none" strike="noStrike">
                  <a:solidFill>
                    <a:schemeClr val="dk1"/>
                  </a:solidFill>
                  <a:latin typeface="Calibri"/>
                  <a:ea typeface="Calibri"/>
                  <a:cs typeface="Calibri"/>
                  <a:sym typeface="Calibri"/>
                </a:endParaRPr>
              </a:p>
            </p:txBody>
          </p:sp>
          <p:sp>
            <p:nvSpPr>
              <p:cNvPr id="307" name="Google Shape;307;p21"/>
              <p:cNvSpPr/>
              <p:nvPr/>
            </p:nvSpPr>
            <p:spPr>
              <a:xfrm>
                <a:off x="81557" y="3956075"/>
                <a:ext cx="2110500" cy="159900"/>
              </a:xfrm>
              <a:prstGeom prst="rect">
                <a:avLst/>
              </a:prstGeom>
              <a:noFill/>
              <a:ln>
                <a:noFill/>
              </a:ln>
            </p:spPr>
            <p:txBody>
              <a:bodyPr anchorCtr="0" anchor="t" bIns="0" lIns="0" spcFirstLastPara="1" rIns="0" wrap="square" tIns="0">
                <a:noAutofit/>
              </a:bodyPr>
              <a:lstStyle/>
              <a:p>
                <a:pPr indent="0" lvl="0" marL="0" marR="0" rtl="0" algn="ctr">
                  <a:lnSpc>
                    <a:spcPct val="70000"/>
                  </a:lnSpc>
                  <a:spcBef>
                    <a:spcPts val="0"/>
                  </a:spcBef>
                  <a:spcAft>
                    <a:spcPts val="0"/>
                  </a:spcAft>
                  <a:buClr>
                    <a:srgbClr val="4699E6"/>
                  </a:buClr>
                  <a:buSzPts val="1106"/>
                  <a:buFont typeface="Arial"/>
                  <a:buNone/>
                </a:pPr>
                <a:r>
                  <a:rPr lang="it" sz="1406">
                    <a:solidFill>
                      <a:srgbClr val="4699E6"/>
                    </a:solidFill>
                    <a:latin typeface="Calibri"/>
                    <a:ea typeface="Calibri"/>
                    <a:cs typeface="Calibri"/>
                    <a:sym typeface="Calibri"/>
                  </a:rPr>
                  <a:t>Mat &amp; Nanotechnology</a:t>
                </a:r>
                <a:endParaRPr sz="1406">
                  <a:solidFill>
                    <a:srgbClr val="4699E6"/>
                  </a:solidFill>
                  <a:latin typeface="Calibri"/>
                  <a:ea typeface="Calibri"/>
                  <a:cs typeface="Calibri"/>
                  <a:sym typeface="Calibri"/>
                </a:endParaRPr>
              </a:p>
              <a:p>
                <a:pPr indent="0" lvl="0" marL="0" marR="0" rtl="0" algn="ctr">
                  <a:lnSpc>
                    <a:spcPct val="70000"/>
                  </a:lnSpc>
                  <a:spcBef>
                    <a:spcPts val="0"/>
                  </a:spcBef>
                  <a:spcAft>
                    <a:spcPts val="0"/>
                  </a:spcAft>
                  <a:buClr>
                    <a:srgbClr val="4699E6"/>
                  </a:buClr>
                  <a:buSzPts val="1106"/>
                  <a:buFont typeface="Arial"/>
                  <a:buNone/>
                </a:pPr>
                <a:r>
                  <a:rPr lang="it" sz="1406">
                    <a:solidFill>
                      <a:srgbClr val="4699E6"/>
                    </a:solidFill>
                    <a:latin typeface="Calibri"/>
                    <a:ea typeface="Calibri"/>
                    <a:cs typeface="Calibri"/>
                    <a:sym typeface="Calibri"/>
                  </a:rPr>
                  <a:t> Engineer</a:t>
                </a:r>
                <a:endParaRPr i="0" sz="1406" u="none" cap="none" strike="noStrike">
                  <a:solidFill>
                    <a:srgbClr val="4699E6"/>
                  </a:solidFill>
                  <a:latin typeface="Calibri"/>
                  <a:ea typeface="Calibri"/>
                  <a:cs typeface="Calibri"/>
                  <a:sym typeface="Calibri"/>
                </a:endParaRPr>
              </a:p>
            </p:txBody>
          </p:sp>
        </p:grpSp>
        <p:sp>
          <p:nvSpPr>
            <p:cNvPr id="308" name="Google Shape;308;p21"/>
            <p:cNvSpPr txBox="1"/>
            <p:nvPr/>
          </p:nvSpPr>
          <p:spPr>
            <a:xfrm>
              <a:off x="188100" y="1674911"/>
              <a:ext cx="2622600" cy="10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600">
                  <a:solidFill>
                    <a:srgbClr val="FAFDFF"/>
                  </a:solidFill>
                  <a:latin typeface="Calibri"/>
                  <a:ea typeface="Calibri"/>
                  <a:cs typeface="Calibri"/>
                  <a:sym typeface="Calibri"/>
                </a:rPr>
                <a:t>4</a:t>
              </a:r>
              <a:r>
                <a:rPr lang="it" sz="1600">
                  <a:solidFill>
                    <a:srgbClr val="FAFDFF"/>
                  </a:solidFill>
                  <a:latin typeface="Calibri"/>
                  <a:ea typeface="Calibri"/>
                  <a:cs typeface="Calibri"/>
                  <a:sym typeface="Calibri"/>
                </a:rPr>
                <a:t>Y Space </a:t>
              </a:r>
              <a:br>
                <a:rPr lang="it" sz="1600">
                  <a:solidFill>
                    <a:srgbClr val="FAFDFF"/>
                  </a:solidFill>
                  <a:latin typeface="Calibri"/>
                  <a:ea typeface="Calibri"/>
                  <a:cs typeface="Calibri"/>
                  <a:sym typeface="Calibri"/>
                </a:rPr>
              </a:br>
              <a:r>
                <a:rPr b="1" lang="it" sz="1600">
                  <a:solidFill>
                    <a:srgbClr val="FAFDFF"/>
                  </a:solidFill>
                  <a:latin typeface="Cambria"/>
                  <a:ea typeface="Cambria"/>
                  <a:cs typeface="Cambria"/>
                  <a:sym typeface="Cambria"/>
                </a:rPr>
                <a:t>CTO</a:t>
              </a:r>
              <a:r>
                <a:rPr lang="it" sz="1600">
                  <a:solidFill>
                    <a:srgbClr val="FAFDFF"/>
                  </a:solidFill>
                  <a:latin typeface="Cambria"/>
                  <a:ea typeface="Cambria"/>
                  <a:cs typeface="Cambria"/>
                  <a:sym typeface="Cambria"/>
                </a:rPr>
                <a:t> </a:t>
              </a:r>
              <a:endParaRPr sz="1600">
                <a:solidFill>
                  <a:srgbClr val="FAFDFF"/>
                </a:solidFill>
                <a:latin typeface="Cambria"/>
                <a:ea typeface="Cambria"/>
                <a:cs typeface="Cambria"/>
                <a:sym typeface="Cambria"/>
              </a:endParaRPr>
            </a:p>
            <a:p>
              <a:pPr indent="0" lvl="0" marL="0" rtl="0" algn="l">
                <a:spcBef>
                  <a:spcPts val="0"/>
                </a:spcBef>
                <a:spcAft>
                  <a:spcPts val="0"/>
                </a:spcAft>
                <a:buNone/>
              </a:pPr>
              <a:r>
                <a:rPr lang="it" sz="1600">
                  <a:solidFill>
                    <a:srgbClr val="FAFDFF"/>
                  </a:solidFill>
                  <a:latin typeface="Calibri"/>
                  <a:ea typeface="Calibri"/>
                  <a:cs typeface="Calibri"/>
                  <a:sym typeface="Calibri"/>
                </a:rPr>
                <a:t> </a:t>
              </a:r>
              <a:endParaRPr sz="1600">
                <a:solidFill>
                  <a:srgbClr val="FAFDFF"/>
                </a:solidFill>
                <a:latin typeface="Calibri"/>
                <a:ea typeface="Calibri"/>
                <a:cs typeface="Calibri"/>
                <a:sym typeface="Calibri"/>
              </a:endParaRPr>
            </a:p>
          </p:txBody>
        </p:sp>
      </p:grpSp>
      <p:sp>
        <p:nvSpPr>
          <p:cNvPr id="309" name="Google Shape;309;p21"/>
          <p:cNvSpPr/>
          <p:nvPr/>
        </p:nvSpPr>
        <p:spPr>
          <a:xfrm>
            <a:off x="571500" y="228600"/>
            <a:ext cx="8084100" cy="61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DFF"/>
              </a:buClr>
              <a:buSzPts val="2700"/>
              <a:buFont typeface="Arial"/>
              <a:buNone/>
            </a:pPr>
            <a:r>
              <a:rPr b="1" lang="it" sz="2700">
                <a:solidFill>
                  <a:srgbClr val="FAFDFF"/>
                </a:solidFill>
                <a:latin typeface="Cambria"/>
                <a:ea typeface="Cambria"/>
                <a:cs typeface="Cambria"/>
                <a:sym typeface="Cambria"/>
              </a:rPr>
              <a:t>Team</a:t>
            </a:r>
            <a:endParaRPr b="1" i="0" sz="2700" u="none" cap="none" strike="noStrike">
              <a:solidFill>
                <a:srgbClr val="FAFDFF"/>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314" name="Shape 314"/>
        <p:cNvGrpSpPr/>
        <p:nvPr/>
      </p:nvGrpSpPr>
      <p:grpSpPr>
        <a:xfrm>
          <a:off x="0" y="0"/>
          <a:ext cx="0" cy="0"/>
          <a:chOff x="0" y="0"/>
          <a:chExt cx="0" cy="0"/>
        </a:xfrm>
      </p:grpSpPr>
      <p:sp>
        <p:nvSpPr>
          <p:cNvPr id="315" name="Google Shape;315;p22"/>
          <p:cNvSpPr/>
          <p:nvPr/>
        </p:nvSpPr>
        <p:spPr>
          <a:xfrm>
            <a:off x="571500" y="228600"/>
            <a:ext cx="40902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AFDFF"/>
              </a:buClr>
              <a:buSzPts val="2700"/>
              <a:buFont typeface="Arial"/>
              <a:buNone/>
            </a:pPr>
            <a:r>
              <a:t/>
            </a:r>
            <a:endParaRPr b="1" sz="2700">
              <a:solidFill>
                <a:srgbClr val="FAFDFF"/>
              </a:solidFill>
              <a:latin typeface="Montserrat"/>
              <a:ea typeface="Montserrat"/>
              <a:cs typeface="Montserrat"/>
              <a:sym typeface="Montserrat"/>
            </a:endParaRPr>
          </a:p>
        </p:txBody>
      </p:sp>
      <p:grpSp>
        <p:nvGrpSpPr>
          <p:cNvPr id="316" name="Google Shape;316;p22"/>
          <p:cNvGrpSpPr/>
          <p:nvPr/>
        </p:nvGrpSpPr>
        <p:grpSpPr>
          <a:xfrm>
            <a:off x="8380531" y="4799776"/>
            <a:ext cx="697341" cy="280251"/>
            <a:chOff x="2419725" y="609600"/>
            <a:chExt cx="2865000" cy="1151400"/>
          </a:xfrm>
        </p:grpSpPr>
        <p:sp>
          <p:nvSpPr>
            <p:cNvPr id="317" name="Google Shape;317;p22"/>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318" name="Google Shape;318;p22"/>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319" name="Google Shape;319;p22"/>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66AFEF"/>
              </a:buClr>
              <a:buSzPts val="900"/>
              <a:buFont typeface="Arial"/>
              <a:buNone/>
            </a:pPr>
            <a:r>
              <a:rPr lang="it" sz="900">
                <a:solidFill>
                  <a:srgbClr val="66AFEF"/>
                </a:solidFill>
              </a:rPr>
              <a:t>© Fraido • July 2026 •  All rights reserved</a:t>
            </a:r>
            <a:endParaRPr sz="900">
              <a:solidFill>
                <a:srgbClr val="66AFEF"/>
              </a:solidFill>
            </a:endParaRPr>
          </a:p>
        </p:txBody>
      </p:sp>
      <p:grpSp>
        <p:nvGrpSpPr>
          <p:cNvPr id="320" name="Google Shape;320;p22"/>
          <p:cNvGrpSpPr/>
          <p:nvPr/>
        </p:nvGrpSpPr>
        <p:grpSpPr>
          <a:xfrm>
            <a:off x="679249" y="1031525"/>
            <a:ext cx="1799297" cy="1170600"/>
            <a:chOff x="418961" y="1031525"/>
            <a:chExt cx="2085900" cy="1170600"/>
          </a:xfrm>
        </p:grpSpPr>
        <p:sp>
          <p:nvSpPr>
            <p:cNvPr id="321" name="Google Shape;321;p22"/>
            <p:cNvSpPr/>
            <p:nvPr/>
          </p:nvSpPr>
          <p:spPr>
            <a:xfrm>
              <a:off x="418975" y="1031525"/>
              <a:ext cx="1977600" cy="11706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22"/>
            <p:cNvSpPr txBox="1"/>
            <p:nvPr/>
          </p:nvSpPr>
          <p:spPr>
            <a:xfrm>
              <a:off x="474775" y="1114100"/>
              <a:ext cx="18660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it" sz="2600">
                  <a:solidFill>
                    <a:srgbClr val="F6CE1D"/>
                  </a:solidFill>
                  <a:latin typeface="Cambria"/>
                  <a:ea typeface="Cambria"/>
                  <a:cs typeface="Cambria"/>
                  <a:sym typeface="Cambria"/>
                </a:rPr>
                <a:t>€3.1B</a:t>
              </a:r>
              <a:endParaRPr b="1" i="0" sz="2600" u="none" cap="none" strike="noStrike">
                <a:solidFill>
                  <a:srgbClr val="F6CE1D"/>
                </a:solidFill>
                <a:latin typeface="Cambria"/>
                <a:ea typeface="Cambria"/>
                <a:cs typeface="Cambria"/>
                <a:sym typeface="Cambria"/>
              </a:endParaRPr>
            </a:p>
          </p:txBody>
        </p:sp>
        <p:sp>
          <p:nvSpPr>
            <p:cNvPr id="323" name="Google Shape;323;p22"/>
            <p:cNvSpPr txBox="1"/>
            <p:nvPr/>
          </p:nvSpPr>
          <p:spPr>
            <a:xfrm>
              <a:off x="418961" y="1626750"/>
              <a:ext cx="20859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it" sz="1300">
                  <a:solidFill>
                    <a:srgbClr val="5A86AA"/>
                  </a:solidFill>
                  <a:latin typeface="Calibri"/>
                  <a:ea typeface="Calibri"/>
                  <a:cs typeface="Calibri"/>
                  <a:sym typeface="Calibri"/>
                </a:rPr>
                <a:t>Endotracheal Tube Global Market</a:t>
              </a:r>
              <a:endParaRPr sz="1300">
                <a:solidFill>
                  <a:srgbClr val="5A86AA"/>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lang="it" sz="1300">
                  <a:solidFill>
                    <a:srgbClr val="5A86AA"/>
                  </a:solidFill>
                  <a:latin typeface="Calibri"/>
                  <a:ea typeface="Calibri"/>
                  <a:cs typeface="Calibri"/>
                  <a:sym typeface="Calibri"/>
                </a:rPr>
                <a:t>6.1% CAGR</a:t>
              </a:r>
              <a:endParaRPr sz="1300">
                <a:solidFill>
                  <a:srgbClr val="5A86AA"/>
                </a:solidFill>
                <a:latin typeface="Calibri"/>
                <a:ea typeface="Calibri"/>
                <a:cs typeface="Calibri"/>
                <a:sym typeface="Calibri"/>
              </a:endParaRPr>
            </a:p>
          </p:txBody>
        </p:sp>
      </p:grpSp>
      <p:grpSp>
        <p:nvGrpSpPr>
          <p:cNvPr id="324" name="Google Shape;324;p22"/>
          <p:cNvGrpSpPr/>
          <p:nvPr/>
        </p:nvGrpSpPr>
        <p:grpSpPr>
          <a:xfrm>
            <a:off x="3628358" y="1031525"/>
            <a:ext cx="1887287" cy="1170600"/>
            <a:chOff x="2623150" y="879125"/>
            <a:chExt cx="2187905" cy="1170600"/>
          </a:xfrm>
        </p:grpSpPr>
        <p:sp>
          <p:nvSpPr>
            <p:cNvPr id="325" name="Google Shape;325;p22"/>
            <p:cNvSpPr/>
            <p:nvPr/>
          </p:nvSpPr>
          <p:spPr>
            <a:xfrm>
              <a:off x="2623150" y="879125"/>
              <a:ext cx="1977600" cy="11706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22"/>
            <p:cNvSpPr txBox="1"/>
            <p:nvPr/>
          </p:nvSpPr>
          <p:spPr>
            <a:xfrm>
              <a:off x="2678950" y="961700"/>
              <a:ext cx="18660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it" sz="2600">
                  <a:solidFill>
                    <a:srgbClr val="F6CE1D"/>
                  </a:solidFill>
                  <a:latin typeface="Cambria"/>
                  <a:ea typeface="Cambria"/>
                  <a:cs typeface="Cambria"/>
                  <a:sym typeface="Cambria"/>
                </a:rPr>
                <a:t>6.5M</a:t>
              </a:r>
              <a:endParaRPr b="1" i="0" sz="2600" u="none" cap="none" strike="noStrike">
                <a:solidFill>
                  <a:srgbClr val="F6CE1D"/>
                </a:solidFill>
                <a:latin typeface="Cambria"/>
                <a:ea typeface="Cambria"/>
                <a:cs typeface="Cambria"/>
                <a:sym typeface="Cambria"/>
              </a:endParaRPr>
            </a:p>
          </p:txBody>
        </p:sp>
        <p:sp>
          <p:nvSpPr>
            <p:cNvPr id="327" name="Google Shape;327;p22"/>
            <p:cNvSpPr txBox="1"/>
            <p:nvPr/>
          </p:nvSpPr>
          <p:spPr>
            <a:xfrm>
              <a:off x="2623155" y="1474350"/>
              <a:ext cx="21879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it" sz="1300">
                  <a:solidFill>
                    <a:srgbClr val="5A86AA"/>
                  </a:solidFill>
                  <a:latin typeface="Calibri"/>
                  <a:ea typeface="Calibri"/>
                  <a:cs typeface="Calibri"/>
                  <a:sym typeface="Calibri"/>
                </a:rPr>
                <a:t>Difficult Airway</a:t>
              </a:r>
              <a:endParaRPr sz="1300">
                <a:solidFill>
                  <a:srgbClr val="5A86AA"/>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lang="it" sz="1300">
                  <a:solidFill>
                    <a:srgbClr val="5A86AA"/>
                  </a:solidFill>
                  <a:latin typeface="Calibri"/>
                  <a:ea typeface="Calibri"/>
                  <a:cs typeface="Calibri"/>
                  <a:sym typeface="Calibri"/>
                </a:rPr>
                <a:t>Procedures/Year EU-NA</a:t>
              </a:r>
              <a:endParaRPr sz="1300">
                <a:solidFill>
                  <a:srgbClr val="5A86AA"/>
                </a:solidFill>
                <a:latin typeface="Calibri"/>
                <a:ea typeface="Calibri"/>
                <a:cs typeface="Calibri"/>
                <a:sym typeface="Calibri"/>
              </a:endParaRPr>
            </a:p>
          </p:txBody>
        </p:sp>
      </p:grpSp>
      <p:sp>
        <p:nvSpPr>
          <p:cNvPr id="328" name="Google Shape;328;p22"/>
          <p:cNvSpPr txBox="1"/>
          <p:nvPr/>
        </p:nvSpPr>
        <p:spPr>
          <a:xfrm>
            <a:off x="1184101" y="2662148"/>
            <a:ext cx="22362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800">
                <a:solidFill>
                  <a:schemeClr val="lt1"/>
                </a:solidFill>
                <a:latin typeface="Calibri"/>
                <a:ea typeface="Calibri"/>
                <a:cs typeface="Calibri"/>
                <a:sym typeface="Calibri"/>
              </a:rPr>
              <a:t>Projected Sales - Y5</a:t>
            </a:r>
            <a:endParaRPr sz="1800">
              <a:solidFill>
                <a:schemeClr val="lt1"/>
              </a:solidFill>
              <a:latin typeface="Calibri"/>
              <a:ea typeface="Calibri"/>
              <a:cs typeface="Calibri"/>
              <a:sym typeface="Calibri"/>
            </a:endParaRPr>
          </a:p>
        </p:txBody>
      </p:sp>
      <p:sp>
        <p:nvSpPr>
          <p:cNvPr id="329" name="Google Shape;329;p22"/>
          <p:cNvSpPr/>
          <p:nvPr/>
        </p:nvSpPr>
        <p:spPr>
          <a:xfrm>
            <a:off x="571500" y="228600"/>
            <a:ext cx="8084100" cy="61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DFF"/>
              </a:buClr>
              <a:buSzPts val="2700"/>
              <a:buFont typeface="Arial"/>
              <a:buNone/>
            </a:pPr>
            <a:r>
              <a:rPr b="1" lang="it" sz="2700">
                <a:solidFill>
                  <a:srgbClr val="FAFDFF"/>
                </a:solidFill>
                <a:latin typeface="Cambria"/>
                <a:ea typeface="Cambria"/>
                <a:cs typeface="Cambria"/>
                <a:sym typeface="Cambria"/>
              </a:rPr>
              <a:t>Market</a:t>
            </a:r>
            <a:endParaRPr b="1" i="0" sz="2700" u="none" cap="none" strike="noStrike">
              <a:solidFill>
                <a:srgbClr val="FAFDFF"/>
              </a:solidFill>
              <a:latin typeface="Cambria"/>
              <a:ea typeface="Cambria"/>
              <a:cs typeface="Cambria"/>
              <a:sym typeface="Cambria"/>
            </a:endParaRPr>
          </a:p>
        </p:txBody>
      </p:sp>
      <p:grpSp>
        <p:nvGrpSpPr>
          <p:cNvPr id="330" name="Google Shape;330;p22"/>
          <p:cNvGrpSpPr/>
          <p:nvPr/>
        </p:nvGrpSpPr>
        <p:grpSpPr>
          <a:xfrm>
            <a:off x="1449275" y="3101948"/>
            <a:ext cx="1705878" cy="1170600"/>
            <a:chOff x="418975" y="1031525"/>
            <a:chExt cx="1977600" cy="1170600"/>
          </a:xfrm>
        </p:grpSpPr>
        <p:sp>
          <p:nvSpPr>
            <p:cNvPr id="331" name="Google Shape;331;p22"/>
            <p:cNvSpPr/>
            <p:nvPr/>
          </p:nvSpPr>
          <p:spPr>
            <a:xfrm>
              <a:off x="418975" y="1031525"/>
              <a:ext cx="1977600" cy="11706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2"/>
            <p:cNvSpPr txBox="1"/>
            <p:nvPr/>
          </p:nvSpPr>
          <p:spPr>
            <a:xfrm>
              <a:off x="474775" y="1425995"/>
              <a:ext cx="1866000" cy="382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it" sz="2600">
                  <a:solidFill>
                    <a:srgbClr val="F6CE1D"/>
                  </a:solidFill>
                  <a:latin typeface="Cambria"/>
                  <a:ea typeface="Cambria"/>
                  <a:cs typeface="Cambria"/>
                  <a:sym typeface="Cambria"/>
                </a:rPr>
                <a:t>€35.4M</a:t>
              </a:r>
              <a:endParaRPr b="1" i="0" sz="2600" u="none" cap="none" strike="noStrike">
                <a:solidFill>
                  <a:srgbClr val="F6CE1D"/>
                </a:solidFill>
                <a:latin typeface="Cambria"/>
                <a:ea typeface="Cambria"/>
                <a:cs typeface="Cambria"/>
                <a:sym typeface="Cambria"/>
              </a:endParaRPr>
            </a:p>
          </p:txBody>
        </p:sp>
      </p:grpSp>
      <p:grpSp>
        <p:nvGrpSpPr>
          <p:cNvPr id="333" name="Google Shape;333;p22"/>
          <p:cNvGrpSpPr/>
          <p:nvPr/>
        </p:nvGrpSpPr>
        <p:grpSpPr>
          <a:xfrm>
            <a:off x="6580401" y="1031525"/>
            <a:ext cx="1705878" cy="1170600"/>
            <a:chOff x="418975" y="1031525"/>
            <a:chExt cx="1977600" cy="1170600"/>
          </a:xfrm>
        </p:grpSpPr>
        <p:sp>
          <p:nvSpPr>
            <p:cNvPr id="334" name="Google Shape;334;p22"/>
            <p:cNvSpPr/>
            <p:nvPr/>
          </p:nvSpPr>
          <p:spPr>
            <a:xfrm>
              <a:off x="418975" y="1031525"/>
              <a:ext cx="1977600" cy="11706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22"/>
            <p:cNvSpPr txBox="1"/>
            <p:nvPr/>
          </p:nvSpPr>
          <p:spPr>
            <a:xfrm>
              <a:off x="474775" y="1114100"/>
              <a:ext cx="18660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it" sz="2600">
                  <a:solidFill>
                    <a:srgbClr val="F6CE1D"/>
                  </a:solidFill>
                  <a:latin typeface="Cambria"/>
                  <a:ea typeface="Cambria"/>
                  <a:cs typeface="Cambria"/>
                  <a:sym typeface="Cambria"/>
                </a:rPr>
                <a:t>€25</a:t>
              </a:r>
              <a:endParaRPr b="1" i="0" sz="2600" u="none" cap="none" strike="noStrike">
                <a:solidFill>
                  <a:srgbClr val="F6CE1D"/>
                </a:solidFill>
                <a:latin typeface="Cambria"/>
                <a:ea typeface="Cambria"/>
                <a:cs typeface="Cambria"/>
                <a:sym typeface="Cambria"/>
              </a:endParaRPr>
            </a:p>
          </p:txBody>
        </p:sp>
        <p:sp>
          <p:nvSpPr>
            <p:cNvPr id="336" name="Google Shape;336;p22"/>
            <p:cNvSpPr txBox="1"/>
            <p:nvPr/>
          </p:nvSpPr>
          <p:spPr>
            <a:xfrm>
              <a:off x="418975" y="1632850"/>
              <a:ext cx="18660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it" sz="1300">
                  <a:solidFill>
                    <a:srgbClr val="5A86AA"/>
                  </a:solidFill>
                  <a:latin typeface="Calibri"/>
                  <a:ea typeface="Calibri"/>
                  <a:cs typeface="Calibri"/>
                  <a:sym typeface="Calibri"/>
                </a:rPr>
                <a:t>Unit Price</a:t>
              </a:r>
              <a:endParaRPr sz="1300">
                <a:solidFill>
                  <a:srgbClr val="5A86AA"/>
                </a:solidFill>
                <a:latin typeface="Calibri"/>
                <a:ea typeface="Calibri"/>
                <a:cs typeface="Calibri"/>
                <a:sym typeface="Calibri"/>
              </a:endParaRPr>
            </a:p>
          </p:txBody>
        </p:sp>
      </p:grpSp>
      <p:pic>
        <p:nvPicPr>
          <p:cNvPr id="337" name="Google Shape;337;p22" title="Chart"/>
          <p:cNvPicPr preferRelativeResize="0"/>
          <p:nvPr/>
        </p:nvPicPr>
        <p:blipFill>
          <a:blip r:embed="rId3">
            <a:alphaModFix/>
          </a:blip>
          <a:stretch>
            <a:fillRect/>
          </a:stretch>
        </p:blipFill>
        <p:spPr>
          <a:xfrm>
            <a:off x="4728350" y="2567050"/>
            <a:ext cx="3530426" cy="2181176"/>
          </a:xfrm>
          <a:prstGeom prst="rect">
            <a:avLst/>
          </a:prstGeom>
          <a:noFill/>
          <a:ln>
            <a:noFill/>
          </a:ln>
        </p:spPr>
      </p:pic>
      <p:sp>
        <p:nvSpPr>
          <p:cNvPr id="338" name="Google Shape;338;p22"/>
          <p:cNvSpPr txBox="1"/>
          <p:nvPr/>
        </p:nvSpPr>
        <p:spPr>
          <a:xfrm>
            <a:off x="5033194" y="2455797"/>
            <a:ext cx="2997900" cy="23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800">
                <a:solidFill>
                  <a:schemeClr val="lt1"/>
                </a:solidFill>
                <a:latin typeface="Calibri"/>
                <a:ea typeface="Calibri"/>
                <a:cs typeface="Calibri"/>
                <a:sym typeface="Calibri"/>
              </a:rPr>
              <a:t>Projected </a:t>
            </a:r>
            <a:r>
              <a:rPr lang="it" sz="1800">
                <a:solidFill>
                  <a:schemeClr val="lt1"/>
                </a:solidFill>
                <a:latin typeface="Calibri"/>
                <a:ea typeface="Calibri"/>
                <a:cs typeface="Calibri"/>
                <a:sym typeface="Calibri"/>
              </a:rPr>
              <a:t>p</a:t>
            </a:r>
            <a:r>
              <a:rPr lang="it" sz="1800">
                <a:solidFill>
                  <a:schemeClr val="lt1"/>
                </a:solidFill>
                <a:latin typeface="Calibri"/>
                <a:ea typeface="Calibri"/>
                <a:cs typeface="Calibri"/>
                <a:sym typeface="Calibri"/>
              </a:rPr>
              <a:t>enetration Y5</a:t>
            </a:r>
            <a:endParaRPr sz="1800">
              <a:solidFill>
                <a:schemeClr val="lt1"/>
              </a:solidFill>
              <a:latin typeface="Calibri"/>
              <a:ea typeface="Calibri"/>
              <a:cs typeface="Calibri"/>
              <a:sym typeface="Calibri"/>
            </a:endParaRPr>
          </a:p>
        </p:txBody>
      </p:sp>
      <p:sp>
        <p:nvSpPr>
          <p:cNvPr id="339" name="Google Shape;339;p22"/>
          <p:cNvSpPr txBox="1"/>
          <p:nvPr/>
        </p:nvSpPr>
        <p:spPr>
          <a:xfrm>
            <a:off x="5323004" y="1626750"/>
            <a:ext cx="1259049"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sz="1300">
              <a:solidFill>
                <a:srgbClr val="5A86A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344" name="Shape 344"/>
        <p:cNvGrpSpPr/>
        <p:nvPr/>
      </p:nvGrpSpPr>
      <p:grpSpPr>
        <a:xfrm>
          <a:off x="0" y="0"/>
          <a:ext cx="0" cy="0"/>
          <a:chOff x="0" y="0"/>
          <a:chExt cx="0" cy="0"/>
        </a:xfrm>
      </p:grpSpPr>
      <p:sp>
        <p:nvSpPr>
          <p:cNvPr id="345" name="Google Shape;345;p23"/>
          <p:cNvSpPr/>
          <p:nvPr/>
        </p:nvSpPr>
        <p:spPr>
          <a:xfrm>
            <a:off x="571500" y="228600"/>
            <a:ext cx="40902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AFDFF"/>
              </a:buClr>
              <a:buSzPts val="2700"/>
              <a:buFont typeface="Arial"/>
              <a:buNone/>
            </a:pPr>
            <a:r>
              <a:t/>
            </a:r>
            <a:endParaRPr b="1" sz="2700">
              <a:solidFill>
                <a:srgbClr val="FAFDFF"/>
              </a:solidFill>
              <a:latin typeface="Montserrat"/>
              <a:ea typeface="Montserrat"/>
              <a:cs typeface="Montserrat"/>
              <a:sym typeface="Montserrat"/>
            </a:endParaRPr>
          </a:p>
        </p:txBody>
      </p:sp>
      <p:grpSp>
        <p:nvGrpSpPr>
          <p:cNvPr id="346" name="Google Shape;346;p23"/>
          <p:cNvGrpSpPr/>
          <p:nvPr/>
        </p:nvGrpSpPr>
        <p:grpSpPr>
          <a:xfrm>
            <a:off x="8380531" y="4799776"/>
            <a:ext cx="697341" cy="280251"/>
            <a:chOff x="2419725" y="609600"/>
            <a:chExt cx="2865000" cy="1151400"/>
          </a:xfrm>
        </p:grpSpPr>
        <p:sp>
          <p:nvSpPr>
            <p:cNvPr id="347" name="Google Shape;347;p23"/>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348" name="Google Shape;348;p23"/>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349" name="Google Shape;349;p23"/>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66AFEF"/>
              </a:buClr>
              <a:buSzPts val="900"/>
              <a:buFont typeface="Arial"/>
              <a:buNone/>
            </a:pPr>
            <a:r>
              <a:rPr lang="it" sz="900">
                <a:solidFill>
                  <a:srgbClr val="66AFEF"/>
                </a:solidFill>
              </a:rPr>
              <a:t>© Fraido • July 2026 •  All rights reserved</a:t>
            </a:r>
            <a:endParaRPr sz="900">
              <a:solidFill>
                <a:srgbClr val="66AFEF"/>
              </a:solidFill>
            </a:endParaRPr>
          </a:p>
        </p:txBody>
      </p:sp>
      <p:grpSp>
        <p:nvGrpSpPr>
          <p:cNvPr id="350" name="Google Shape;350;p23"/>
          <p:cNvGrpSpPr/>
          <p:nvPr/>
        </p:nvGrpSpPr>
        <p:grpSpPr>
          <a:xfrm>
            <a:off x="418986" y="1031525"/>
            <a:ext cx="1705878" cy="1170600"/>
            <a:chOff x="418975" y="1031525"/>
            <a:chExt cx="1977600" cy="1170600"/>
          </a:xfrm>
        </p:grpSpPr>
        <p:sp>
          <p:nvSpPr>
            <p:cNvPr id="351" name="Google Shape;351;p23"/>
            <p:cNvSpPr/>
            <p:nvPr/>
          </p:nvSpPr>
          <p:spPr>
            <a:xfrm>
              <a:off x="418975" y="1031525"/>
              <a:ext cx="1977600" cy="11706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23"/>
            <p:cNvSpPr txBox="1"/>
            <p:nvPr/>
          </p:nvSpPr>
          <p:spPr>
            <a:xfrm>
              <a:off x="474775" y="1114100"/>
              <a:ext cx="18660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it" sz="2600">
                  <a:solidFill>
                    <a:srgbClr val="F6CE1D"/>
                  </a:solidFill>
                  <a:latin typeface="Cambria"/>
                  <a:ea typeface="Cambria"/>
                  <a:cs typeface="Cambria"/>
                  <a:sym typeface="Cambria"/>
                </a:rPr>
                <a:t>€300K</a:t>
              </a:r>
              <a:endParaRPr b="1" i="0" sz="2600" u="none" cap="none" strike="noStrike">
                <a:solidFill>
                  <a:srgbClr val="F6CE1D"/>
                </a:solidFill>
                <a:latin typeface="Cambria"/>
                <a:ea typeface="Cambria"/>
                <a:cs typeface="Cambria"/>
                <a:sym typeface="Cambria"/>
              </a:endParaRPr>
            </a:p>
          </p:txBody>
        </p:sp>
        <p:sp>
          <p:nvSpPr>
            <p:cNvPr id="353" name="Google Shape;353;p23"/>
            <p:cNvSpPr txBox="1"/>
            <p:nvPr/>
          </p:nvSpPr>
          <p:spPr>
            <a:xfrm>
              <a:off x="418975" y="1715875"/>
              <a:ext cx="18660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sz="1300">
                <a:solidFill>
                  <a:srgbClr val="5A86AA"/>
                </a:solidFill>
                <a:latin typeface="Calibri"/>
                <a:ea typeface="Calibri"/>
                <a:cs typeface="Calibri"/>
                <a:sym typeface="Calibri"/>
              </a:endParaRPr>
            </a:p>
          </p:txBody>
        </p:sp>
      </p:grpSp>
      <p:grpSp>
        <p:nvGrpSpPr>
          <p:cNvPr id="354" name="Google Shape;354;p23"/>
          <p:cNvGrpSpPr/>
          <p:nvPr/>
        </p:nvGrpSpPr>
        <p:grpSpPr>
          <a:xfrm>
            <a:off x="2612721" y="1031525"/>
            <a:ext cx="1705878" cy="1170600"/>
            <a:chOff x="2623150" y="879125"/>
            <a:chExt cx="1977600" cy="1170600"/>
          </a:xfrm>
        </p:grpSpPr>
        <p:sp>
          <p:nvSpPr>
            <p:cNvPr id="355" name="Google Shape;355;p23"/>
            <p:cNvSpPr/>
            <p:nvPr/>
          </p:nvSpPr>
          <p:spPr>
            <a:xfrm>
              <a:off x="2623150" y="879125"/>
              <a:ext cx="1977600" cy="11706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23"/>
            <p:cNvSpPr txBox="1"/>
            <p:nvPr/>
          </p:nvSpPr>
          <p:spPr>
            <a:xfrm>
              <a:off x="2678950" y="961700"/>
              <a:ext cx="18660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it" sz="2600">
                  <a:solidFill>
                    <a:srgbClr val="F6CE1D"/>
                  </a:solidFill>
                  <a:latin typeface="Cambria"/>
                  <a:ea typeface="Cambria"/>
                  <a:cs typeface="Cambria"/>
                  <a:sym typeface="Cambria"/>
                </a:rPr>
                <a:t>€1.6</a:t>
              </a:r>
              <a:r>
                <a:rPr b="1" lang="it" sz="2600">
                  <a:solidFill>
                    <a:srgbClr val="F6CE1D"/>
                  </a:solidFill>
                  <a:latin typeface="Cambria"/>
                  <a:ea typeface="Cambria"/>
                  <a:cs typeface="Cambria"/>
                  <a:sym typeface="Cambria"/>
                </a:rPr>
                <a:t>M</a:t>
              </a:r>
              <a:endParaRPr b="1" i="0" sz="2600" u="none" cap="none" strike="noStrike">
                <a:solidFill>
                  <a:srgbClr val="F6CE1D"/>
                </a:solidFill>
                <a:latin typeface="Cambria"/>
                <a:ea typeface="Cambria"/>
                <a:cs typeface="Cambria"/>
                <a:sym typeface="Cambria"/>
              </a:endParaRPr>
            </a:p>
          </p:txBody>
        </p:sp>
      </p:grpSp>
      <p:grpSp>
        <p:nvGrpSpPr>
          <p:cNvPr id="357" name="Google Shape;357;p23"/>
          <p:cNvGrpSpPr/>
          <p:nvPr/>
        </p:nvGrpSpPr>
        <p:grpSpPr>
          <a:xfrm>
            <a:off x="4827086" y="1031525"/>
            <a:ext cx="1705878" cy="1170600"/>
            <a:chOff x="418975" y="1031525"/>
            <a:chExt cx="1977600" cy="1170600"/>
          </a:xfrm>
        </p:grpSpPr>
        <p:sp>
          <p:nvSpPr>
            <p:cNvPr id="358" name="Google Shape;358;p23"/>
            <p:cNvSpPr/>
            <p:nvPr/>
          </p:nvSpPr>
          <p:spPr>
            <a:xfrm>
              <a:off x="418975" y="1031525"/>
              <a:ext cx="1977600" cy="11706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23"/>
            <p:cNvSpPr txBox="1"/>
            <p:nvPr/>
          </p:nvSpPr>
          <p:spPr>
            <a:xfrm>
              <a:off x="474775" y="1114100"/>
              <a:ext cx="18660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it" sz="2600">
                  <a:solidFill>
                    <a:srgbClr val="F6CE1D"/>
                  </a:solidFill>
                  <a:latin typeface="Cambria"/>
                  <a:ea typeface="Cambria"/>
                  <a:cs typeface="Cambria"/>
                  <a:sym typeface="Cambria"/>
                </a:rPr>
                <a:t>€4</a:t>
              </a:r>
              <a:r>
                <a:rPr b="1" lang="it" sz="2600">
                  <a:solidFill>
                    <a:srgbClr val="F6CE1D"/>
                  </a:solidFill>
                  <a:latin typeface="Cambria"/>
                  <a:ea typeface="Cambria"/>
                  <a:cs typeface="Cambria"/>
                  <a:sym typeface="Cambria"/>
                </a:rPr>
                <a:t>M</a:t>
              </a:r>
              <a:endParaRPr b="1" i="0" sz="2600" u="none" cap="none" strike="noStrike">
                <a:solidFill>
                  <a:srgbClr val="F6CE1D"/>
                </a:solidFill>
                <a:latin typeface="Cambria"/>
                <a:ea typeface="Cambria"/>
                <a:cs typeface="Cambria"/>
                <a:sym typeface="Cambria"/>
              </a:endParaRPr>
            </a:p>
          </p:txBody>
        </p:sp>
      </p:grpSp>
      <p:grpSp>
        <p:nvGrpSpPr>
          <p:cNvPr id="360" name="Google Shape;360;p23"/>
          <p:cNvGrpSpPr/>
          <p:nvPr/>
        </p:nvGrpSpPr>
        <p:grpSpPr>
          <a:xfrm>
            <a:off x="7036536" y="1031525"/>
            <a:ext cx="1705878" cy="1170600"/>
            <a:chOff x="418975" y="1031525"/>
            <a:chExt cx="1977600" cy="1170600"/>
          </a:xfrm>
        </p:grpSpPr>
        <p:sp>
          <p:nvSpPr>
            <p:cNvPr id="361" name="Google Shape;361;p23"/>
            <p:cNvSpPr/>
            <p:nvPr/>
          </p:nvSpPr>
          <p:spPr>
            <a:xfrm>
              <a:off x="418975" y="1031525"/>
              <a:ext cx="1977600" cy="1170600"/>
            </a:xfrm>
            <a:prstGeom prst="roundRect">
              <a:avLst>
                <a:gd fmla="val 11221" name="adj"/>
              </a:avLst>
            </a:prstGeom>
            <a:solidFill>
              <a:srgbClr val="1537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23"/>
            <p:cNvSpPr txBox="1"/>
            <p:nvPr/>
          </p:nvSpPr>
          <p:spPr>
            <a:xfrm>
              <a:off x="418975" y="1632850"/>
              <a:ext cx="1866000" cy="382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sz="1300">
                <a:solidFill>
                  <a:srgbClr val="5A86AA"/>
                </a:solidFill>
                <a:latin typeface="Calibri"/>
                <a:ea typeface="Calibri"/>
                <a:cs typeface="Calibri"/>
                <a:sym typeface="Calibri"/>
              </a:endParaRPr>
            </a:p>
          </p:txBody>
        </p:sp>
      </p:grpSp>
      <p:sp>
        <p:nvSpPr>
          <p:cNvPr id="363" name="Google Shape;363;p23"/>
          <p:cNvSpPr/>
          <p:nvPr/>
        </p:nvSpPr>
        <p:spPr>
          <a:xfrm>
            <a:off x="571500" y="228600"/>
            <a:ext cx="8084100" cy="61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DFF"/>
              </a:buClr>
              <a:buSzPts val="2700"/>
              <a:buFont typeface="Arial"/>
              <a:buNone/>
            </a:pPr>
            <a:r>
              <a:rPr b="1" lang="it" sz="2700">
                <a:solidFill>
                  <a:srgbClr val="FAFDFF"/>
                </a:solidFill>
                <a:latin typeface="Cambria"/>
                <a:ea typeface="Cambria"/>
                <a:cs typeface="Cambria"/>
                <a:sym typeface="Cambria"/>
              </a:rPr>
              <a:t>Timeline &amp; Need</a:t>
            </a:r>
            <a:endParaRPr b="1" i="0" sz="2700" u="none" cap="none" strike="noStrike">
              <a:solidFill>
                <a:srgbClr val="FAFDFF"/>
              </a:solidFill>
              <a:latin typeface="Cambria"/>
              <a:ea typeface="Cambria"/>
              <a:cs typeface="Cambria"/>
              <a:sym typeface="Cambria"/>
            </a:endParaRPr>
          </a:p>
        </p:txBody>
      </p:sp>
      <p:sp>
        <p:nvSpPr>
          <p:cNvPr id="364" name="Google Shape;364;p23"/>
          <p:cNvSpPr txBox="1"/>
          <p:nvPr/>
        </p:nvSpPr>
        <p:spPr>
          <a:xfrm>
            <a:off x="415731" y="1423990"/>
            <a:ext cx="1712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solidFill>
                  <a:srgbClr val="FEB941"/>
                </a:solidFill>
                <a:latin typeface="Cambria"/>
                <a:ea typeface="Cambria"/>
                <a:cs typeface="Cambria"/>
                <a:sym typeface="Cambria"/>
              </a:rPr>
              <a:t>TRL 5 </a:t>
            </a:r>
            <a:endParaRPr>
              <a:solidFill>
                <a:srgbClr val="FEB941"/>
              </a:solidFill>
              <a:latin typeface="Cambria"/>
              <a:ea typeface="Cambria"/>
              <a:cs typeface="Cambria"/>
              <a:sym typeface="Cambria"/>
            </a:endParaRPr>
          </a:p>
          <a:p>
            <a:pPr indent="0" lvl="0" marL="0" rtl="0" algn="l">
              <a:spcBef>
                <a:spcPts val="0"/>
              </a:spcBef>
              <a:spcAft>
                <a:spcPts val="0"/>
              </a:spcAft>
              <a:buNone/>
            </a:pPr>
            <a:r>
              <a:rPr lang="it" sz="1100">
                <a:solidFill>
                  <a:srgbClr val="5A86AA"/>
                </a:solidFill>
                <a:latin typeface="Calibri"/>
                <a:ea typeface="Calibri"/>
                <a:cs typeface="Calibri"/>
                <a:sym typeface="Calibri"/>
              </a:rPr>
              <a:t>Cadaver &amp; Mannequin testing</a:t>
            </a:r>
            <a:endParaRPr sz="1100">
              <a:solidFill>
                <a:srgbClr val="5A86AA"/>
              </a:solidFill>
              <a:latin typeface="Calibri"/>
              <a:ea typeface="Calibri"/>
              <a:cs typeface="Calibri"/>
              <a:sym typeface="Calibri"/>
            </a:endParaRPr>
          </a:p>
        </p:txBody>
      </p:sp>
      <p:sp>
        <p:nvSpPr>
          <p:cNvPr id="365" name="Google Shape;365;p23"/>
          <p:cNvSpPr txBox="1"/>
          <p:nvPr/>
        </p:nvSpPr>
        <p:spPr>
          <a:xfrm>
            <a:off x="2621402" y="1423990"/>
            <a:ext cx="1712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solidFill>
                  <a:srgbClr val="FEB941"/>
                </a:solidFill>
                <a:latin typeface="Cambria"/>
                <a:ea typeface="Cambria"/>
                <a:cs typeface="Cambria"/>
                <a:sym typeface="Cambria"/>
              </a:rPr>
              <a:t>TRL 7 </a:t>
            </a:r>
            <a:endParaRPr>
              <a:solidFill>
                <a:srgbClr val="FEB941"/>
              </a:solidFill>
              <a:latin typeface="Cambria"/>
              <a:ea typeface="Cambria"/>
              <a:cs typeface="Cambria"/>
              <a:sym typeface="Cambria"/>
            </a:endParaRPr>
          </a:p>
          <a:p>
            <a:pPr indent="0" lvl="0" marL="0" rtl="0" algn="l">
              <a:spcBef>
                <a:spcPts val="0"/>
              </a:spcBef>
              <a:spcAft>
                <a:spcPts val="0"/>
              </a:spcAft>
              <a:buNone/>
            </a:pPr>
            <a:r>
              <a:rPr lang="it" sz="1100">
                <a:solidFill>
                  <a:srgbClr val="5A86AA"/>
                </a:solidFill>
                <a:latin typeface="Calibri"/>
                <a:ea typeface="Calibri"/>
                <a:cs typeface="Calibri"/>
                <a:sym typeface="Calibri"/>
              </a:rPr>
              <a:t> DFM </a:t>
            </a:r>
            <a:endParaRPr sz="1100">
              <a:solidFill>
                <a:srgbClr val="5A86AA"/>
              </a:solidFill>
              <a:latin typeface="Calibri"/>
              <a:ea typeface="Calibri"/>
              <a:cs typeface="Calibri"/>
              <a:sym typeface="Calibri"/>
            </a:endParaRPr>
          </a:p>
          <a:p>
            <a:pPr indent="0" lvl="0" marL="0" rtl="0" algn="l">
              <a:spcBef>
                <a:spcPts val="0"/>
              </a:spcBef>
              <a:spcAft>
                <a:spcPts val="0"/>
              </a:spcAft>
              <a:buNone/>
            </a:pPr>
            <a:r>
              <a:rPr lang="it" sz="1100">
                <a:solidFill>
                  <a:srgbClr val="5A86AA"/>
                </a:solidFill>
                <a:latin typeface="Calibri"/>
                <a:ea typeface="Calibri"/>
                <a:cs typeface="Calibri"/>
                <a:sym typeface="Calibri"/>
              </a:rPr>
              <a:t> Pre clinical Trials</a:t>
            </a:r>
            <a:endParaRPr sz="1100">
              <a:solidFill>
                <a:srgbClr val="5A86AA"/>
              </a:solidFill>
              <a:latin typeface="Calibri"/>
              <a:ea typeface="Calibri"/>
              <a:cs typeface="Calibri"/>
              <a:sym typeface="Calibri"/>
            </a:endParaRPr>
          </a:p>
        </p:txBody>
      </p:sp>
      <p:sp>
        <p:nvSpPr>
          <p:cNvPr id="366" name="Google Shape;366;p23"/>
          <p:cNvSpPr txBox="1"/>
          <p:nvPr/>
        </p:nvSpPr>
        <p:spPr>
          <a:xfrm>
            <a:off x="4828952" y="1447253"/>
            <a:ext cx="17124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solidFill>
                  <a:srgbClr val="FEB941"/>
                </a:solidFill>
                <a:latin typeface="Cambria"/>
                <a:ea typeface="Cambria"/>
                <a:cs typeface="Cambria"/>
                <a:sym typeface="Cambria"/>
              </a:rPr>
              <a:t>TRL 8 </a:t>
            </a:r>
            <a:endParaRPr>
              <a:solidFill>
                <a:srgbClr val="FEB941"/>
              </a:solidFill>
              <a:latin typeface="Cambria"/>
              <a:ea typeface="Cambria"/>
              <a:cs typeface="Cambria"/>
              <a:sym typeface="Cambria"/>
            </a:endParaRPr>
          </a:p>
          <a:p>
            <a:pPr indent="0" lvl="0" marL="0" rtl="0" algn="l">
              <a:spcBef>
                <a:spcPts val="0"/>
              </a:spcBef>
              <a:spcAft>
                <a:spcPts val="0"/>
              </a:spcAft>
              <a:buNone/>
            </a:pPr>
            <a:r>
              <a:rPr lang="it" sz="1100">
                <a:solidFill>
                  <a:srgbClr val="5A86AA"/>
                </a:solidFill>
                <a:latin typeface="Calibri"/>
                <a:ea typeface="Calibri"/>
                <a:cs typeface="Calibri"/>
                <a:sym typeface="Calibri"/>
              </a:rPr>
              <a:t>MDR</a:t>
            </a:r>
            <a:r>
              <a:rPr lang="it" sz="1100">
                <a:solidFill>
                  <a:srgbClr val="5A86AA"/>
                </a:solidFill>
                <a:latin typeface="Calibri"/>
                <a:ea typeface="Calibri"/>
                <a:cs typeface="Calibri"/>
                <a:sym typeface="Calibri"/>
              </a:rPr>
              <a:t> - Class IIa</a:t>
            </a:r>
            <a:endParaRPr sz="1100">
              <a:solidFill>
                <a:srgbClr val="5A86AA"/>
              </a:solidFill>
              <a:latin typeface="Calibri"/>
              <a:ea typeface="Calibri"/>
              <a:cs typeface="Calibri"/>
              <a:sym typeface="Calibri"/>
            </a:endParaRPr>
          </a:p>
        </p:txBody>
      </p:sp>
      <p:sp>
        <p:nvSpPr>
          <p:cNvPr id="367" name="Google Shape;367;p23"/>
          <p:cNvSpPr txBox="1"/>
          <p:nvPr/>
        </p:nvSpPr>
        <p:spPr>
          <a:xfrm>
            <a:off x="7072806" y="1531838"/>
            <a:ext cx="1582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700">
                <a:solidFill>
                  <a:srgbClr val="FEB941"/>
                </a:solidFill>
                <a:latin typeface="Cambria"/>
                <a:ea typeface="Cambria"/>
                <a:cs typeface="Cambria"/>
                <a:sym typeface="Cambria"/>
              </a:rPr>
              <a:t>Market </a:t>
            </a:r>
            <a:endParaRPr sz="1700">
              <a:solidFill>
                <a:srgbClr val="4699E6"/>
              </a:solidFill>
              <a:latin typeface="Calibri"/>
              <a:ea typeface="Calibri"/>
              <a:cs typeface="Calibri"/>
              <a:sym typeface="Calibri"/>
            </a:endParaRPr>
          </a:p>
        </p:txBody>
      </p:sp>
      <p:sp>
        <p:nvSpPr>
          <p:cNvPr id="368" name="Google Shape;368;p23"/>
          <p:cNvSpPr txBox="1"/>
          <p:nvPr/>
        </p:nvSpPr>
        <p:spPr>
          <a:xfrm>
            <a:off x="7356229" y="1060275"/>
            <a:ext cx="10665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2500">
                <a:solidFill>
                  <a:srgbClr val="F6CE1D"/>
                </a:solidFill>
                <a:latin typeface="Cambria"/>
                <a:ea typeface="Cambria"/>
                <a:cs typeface="Cambria"/>
                <a:sym typeface="Cambria"/>
              </a:rPr>
              <a:t>2031</a:t>
            </a:r>
            <a:endParaRPr sz="1300"/>
          </a:p>
        </p:txBody>
      </p:sp>
      <p:sp>
        <p:nvSpPr>
          <p:cNvPr id="369" name="Google Shape;369;p23"/>
          <p:cNvSpPr/>
          <p:nvPr/>
        </p:nvSpPr>
        <p:spPr>
          <a:xfrm>
            <a:off x="13100" y="2269550"/>
            <a:ext cx="9130800" cy="38100"/>
          </a:xfrm>
          <a:prstGeom prst="roundRect">
            <a:avLst>
              <a:gd fmla="val 50000" name="adj"/>
            </a:avLst>
          </a:prstGeom>
          <a:solidFill>
            <a:srgbClr val="E639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0" name="Google Shape;370;p23"/>
          <p:cNvSpPr/>
          <p:nvPr/>
        </p:nvSpPr>
        <p:spPr>
          <a:xfrm>
            <a:off x="815006" y="2264082"/>
            <a:ext cx="152400" cy="152400"/>
          </a:xfrm>
          <a:prstGeom prst="roundRect">
            <a:avLst>
              <a:gd fmla="val 600000" name="adj"/>
            </a:avLst>
          </a:prstGeom>
          <a:solidFill>
            <a:srgbClr val="4699E6"/>
          </a:solidFill>
          <a:ln cap="flat" cmpd="sng" w="28575">
            <a:solidFill>
              <a:srgbClr val="0C28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1" name="Google Shape;371;p23"/>
          <p:cNvSpPr/>
          <p:nvPr/>
        </p:nvSpPr>
        <p:spPr>
          <a:xfrm>
            <a:off x="669806" y="2478451"/>
            <a:ext cx="442800" cy="1866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88C5F6"/>
              </a:buClr>
              <a:buSzPts val="1050"/>
              <a:buFont typeface="Arial"/>
              <a:buNone/>
            </a:pPr>
            <a:r>
              <a:rPr b="0" i="0" lang="it" sz="1050" u="none" cap="none" strike="noStrike">
                <a:solidFill>
                  <a:srgbClr val="88C5F6"/>
                </a:solidFill>
                <a:latin typeface="Montserrat"/>
                <a:ea typeface="Montserrat"/>
                <a:cs typeface="Montserrat"/>
                <a:sym typeface="Montserrat"/>
              </a:rPr>
              <a:t>2026</a:t>
            </a:r>
            <a:endParaRPr b="0" i="0" sz="1050" u="none" cap="none" strike="noStrike">
              <a:solidFill>
                <a:srgbClr val="000000"/>
              </a:solidFill>
              <a:latin typeface="Montserrat"/>
              <a:ea typeface="Montserrat"/>
              <a:cs typeface="Montserrat"/>
              <a:sym typeface="Montserrat"/>
            </a:endParaRPr>
          </a:p>
        </p:txBody>
      </p:sp>
      <p:sp>
        <p:nvSpPr>
          <p:cNvPr id="372" name="Google Shape;372;p23"/>
          <p:cNvSpPr/>
          <p:nvPr/>
        </p:nvSpPr>
        <p:spPr>
          <a:xfrm>
            <a:off x="2090403" y="2478438"/>
            <a:ext cx="442800" cy="1866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88C5F6"/>
              </a:buClr>
              <a:buSzPts val="1050"/>
              <a:buFont typeface="Arial"/>
              <a:buNone/>
            </a:pPr>
            <a:r>
              <a:rPr b="0" i="0" lang="it" sz="1050" u="none" cap="none" strike="noStrike">
                <a:solidFill>
                  <a:srgbClr val="88C5F6"/>
                </a:solidFill>
                <a:latin typeface="Montserrat"/>
                <a:ea typeface="Montserrat"/>
                <a:cs typeface="Montserrat"/>
                <a:sym typeface="Montserrat"/>
              </a:rPr>
              <a:t>2027</a:t>
            </a:r>
            <a:endParaRPr b="0" i="0" sz="1050" u="none" cap="none" strike="noStrike">
              <a:solidFill>
                <a:srgbClr val="000000"/>
              </a:solidFill>
              <a:latin typeface="Montserrat"/>
              <a:ea typeface="Montserrat"/>
              <a:cs typeface="Montserrat"/>
              <a:sym typeface="Montserrat"/>
            </a:endParaRPr>
          </a:p>
        </p:txBody>
      </p:sp>
      <p:sp>
        <p:nvSpPr>
          <p:cNvPr id="373" name="Google Shape;373;p23"/>
          <p:cNvSpPr/>
          <p:nvPr/>
        </p:nvSpPr>
        <p:spPr>
          <a:xfrm>
            <a:off x="3359166" y="2472338"/>
            <a:ext cx="442800" cy="1866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88C5F6"/>
              </a:buClr>
              <a:buSzPts val="1050"/>
              <a:buFont typeface="Arial"/>
              <a:buNone/>
            </a:pPr>
            <a:r>
              <a:rPr b="0" i="0" lang="it" sz="1050" u="none" cap="none" strike="noStrike">
                <a:solidFill>
                  <a:srgbClr val="88C5F6"/>
                </a:solidFill>
                <a:latin typeface="Montserrat"/>
                <a:ea typeface="Montserrat"/>
                <a:cs typeface="Montserrat"/>
                <a:sym typeface="Montserrat"/>
              </a:rPr>
              <a:t>2028</a:t>
            </a:r>
            <a:endParaRPr b="0" i="0" sz="1050" u="none" cap="none" strike="noStrike">
              <a:solidFill>
                <a:srgbClr val="000000"/>
              </a:solidFill>
              <a:latin typeface="Montserrat"/>
              <a:ea typeface="Montserrat"/>
              <a:cs typeface="Montserrat"/>
              <a:sym typeface="Montserrat"/>
            </a:endParaRPr>
          </a:p>
        </p:txBody>
      </p:sp>
      <p:sp>
        <p:nvSpPr>
          <p:cNvPr id="374" name="Google Shape;374;p23"/>
          <p:cNvSpPr/>
          <p:nvPr/>
        </p:nvSpPr>
        <p:spPr>
          <a:xfrm>
            <a:off x="4612653" y="2472338"/>
            <a:ext cx="442800" cy="1866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88C5F6"/>
              </a:buClr>
              <a:buSzPts val="1050"/>
              <a:buFont typeface="Arial"/>
              <a:buNone/>
            </a:pPr>
            <a:r>
              <a:rPr b="0" i="0" lang="it" sz="1050" u="none" cap="none" strike="noStrike">
                <a:solidFill>
                  <a:srgbClr val="88C5F6"/>
                </a:solidFill>
                <a:latin typeface="Montserrat"/>
                <a:ea typeface="Montserrat"/>
                <a:cs typeface="Montserrat"/>
                <a:sym typeface="Montserrat"/>
              </a:rPr>
              <a:t>2029</a:t>
            </a:r>
            <a:endParaRPr b="0" i="0" sz="1050" u="none" cap="none" strike="noStrike">
              <a:solidFill>
                <a:srgbClr val="000000"/>
              </a:solidFill>
              <a:latin typeface="Montserrat"/>
              <a:ea typeface="Montserrat"/>
              <a:cs typeface="Montserrat"/>
              <a:sym typeface="Montserrat"/>
            </a:endParaRPr>
          </a:p>
        </p:txBody>
      </p:sp>
      <p:sp>
        <p:nvSpPr>
          <p:cNvPr id="375" name="Google Shape;375;p23"/>
          <p:cNvSpPr/>
          <p:nvPr/>
        </p:nvSpPr>
        <p:spPr>
          <a:xfrm>
            <a:off x="5873011" y="2472338"/>
            <a:ext cx="442800" cy="1866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88C5F6"/>
              </a:buClr>
              <a:buSzPts val="1050"/>
              <a:buFont typeface="Arial"/>
              <a:buNone/>
            </a:pPr>
            <a:r>
              <a:rPr b="0" i="0" lang="it" sz="1050" u="none" cap="none" strike="noStrike">
                <a:solidFill>
                  <a:srgbClr val="88C5F6"/>
                </a:solidFill>
                <a:latin typeface="Montserrat"/>
                <a:ea typeface="Montserrat"/>
                <a:cs typeface="Montserrat"/>
                <a:sym typeface="Montserrat"/>
              </a:rPr>
              <a:t>2030</a:t>
            </a:r>
            <a:endParaRPr b="0" i="0" sz="1050" u="none" cap="none" strike="noStrike">
              <a:solidFill>
                <a:srgbClr val="000000"/>
              </a:solidFill>
              <a:latin typeface="Montserrat"/>
              <a:ea typeface="Montserrat"/>
              <a:cs typeface="Montserrat"/>
              <a:sym typeface="Montserrat"/>
            </a:endParaRPr>
          </a:p>
        </p:txBody>
      </p:sp>
      <p:sp>
        <p:nvSpPr>
          <p:cNvPr id="376" name="Google Shape;376;p23"/>
          <p:cNvSpPr/>
          <p:nvPr/>
        </p:nvSpPr>
        <p:spPr>
          <a:xfrm>
            <a:off x="7186529" y="2451663"/>
            <a:ext cx="442800" cy="1866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88C5F6"/>
              </a:buClr>
              <a:buSzPts val="1050"/>
              <a:buFont typeface="Arial"/>
              <a:buNone/>
            </a:pPr>
            <a:r>
              <a:rPr b="0" i="0" lang="it" sz="1050" u="none" cap="none" strike="noStrike">
                <a:solidFill>
                  <a:srgbClr val="88C5F6"/>
                </a:solidFill>
                <a:latin typeface="Montserrat"/>
                <a:ea typeface="Montserrat"/>
                <a:cs typeface="Montserrat"/>
                <a:sym typeface="Montserrat"/>
              </a:rPr>
              <a:t>2031</a:t>
            </a:r>
            <a:endParaRPr b="0" i="0" sz="1050" u="none" cap="none" strike="noStrike">
              <a:solidFill>
                <a:srgbClr val="000000"/>
              </a:solidFill>
              <a:latin typeface="Montserrat"/>
              <a:ea typeface="Montserrat"/>
              <a:cs typeface="Montserrat"/>
              <a:sym typeface="Montserrat"/>
            </a:endParaRPr>
          </a:p>
        </p:txBody>
      </p:sp>
      <p:sp>
        <p:nvSpPr>
          <p:cNvPr id="377" name="Google Shape;377;p23"/>
          <p:cNvSpPr/>
          <p:nvPr/>
        </p:nvSpPr>
        <p:spPr>
          <a:xfrm>
            <a:off x="2235592" y="2269545"/>
            <a:ext cx="152400" cy="152400"/>
          </a:xfrm>
          <a:prstGeom prst="roundRect">
            <a:avLst>
              <a:gd fmla="val 600000" name="adj"/>
            </a:avLst>
          </a:prstGeom>
          <a:solidFill>
            <a:srgbClr val="4699E6"/>
          </a:solidFill>
          <a:ln cap="flat" cmpd="sng" w="28575">
            <a:solidFill>
              <a:srgbClr val="0C28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8" name="Google Shape;378;p23"/>
          <p:cNvSpPr/>
          <p:nvPr/>
        </p:nvSpPr>
        <p:spPr>
          <a:xfrm>
            <a:off x="3504386" y="2269557"/>
            <a:ext cx="152400" cy="152400"/>
          </a:xfrm>
          <a:prstGeom prst="roundRect">
            <a:avLst>
              <a:gd fmla="val 600000" name="adj"/>
            </a:avLst>
          </a:prstGeom>
          <a:solidFill>
            <a:srgbClr val="4699E6"/>
          </a:solidFill>
          <a:ln cap="flat" cmpd="sng" w="28575">
            <a:solidFill>
              <a:srgbClr val="0C28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9" name="Google Shape;379;p23"/>
          <p:cNvSpPr/>
          <p:nvPr/>
        </p:nvSpPr>
        <p:spPr>
          <a:xfrm>
            <a:off x="4757841" y="2269539"/>
            <a:ext cx="152400" cy="152400"/>
          </a:xfrm>
          <a:prstGeom prst="roundRect">
            <a:avLst>
              <a:gd fmla="val 600000" name="adj"/>
            </a:avLst>
          </a:prstGeom>
          <a:solidFill>
            <a:srgbClr val="4699E6"/>
          </a:solidFill>
          <a:ln cap="flat" cmpd="sng" w="28575">
            <a:solidFill>
              <a:srgbClr val="0C28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0" name="Google Shape;380;p23"/>
          <p:cNvSpPr/>
          <p:nvPr/>
        </p:nvSpPr>
        <p:spPr>
          <a:xfrm>
            <a:off x="6011318" y="2269557"/>
            <a:ext cx="152400" cy="152400"/>
          </a:xfrm>
          <a:prstGeom prst="roundRect">
            <a:avLst>
              <a:gd fmla="val 600000" name="adj"/>
            </a:avLst>
          </a:prstGeom>
          <a:solidFill>
            <a:srgbClr val="4699E6"/>
          </a:solidFill>
          <a:ln cap="flat" cmpd="sng" w="28575">
            <a:solidFill>
              <a:srgbClr val="0C28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1" name="Google Shape;381;p23"/>
          <p:cNvSpPr/>
          <p:nvPr/>
        </p:nvSpPr>
        <p:spPr>
          <a:xfrm>
            <a:off x="7331716" y="2250707"/>
            <a:ext cx="152400" cy="152400"/>
          </a:xfrm>
          <a:prstGeom prst="roundRect">
            <a:avLst>
              <a:gd fmla="val 600000" name="adj"/>
            </a:avLst>
          </a:prstGeom>
          <a:solidFill>
            <a:srgbClr val="4699E6"/>
          </a:solidFill>
          <a:ln cap="flat" cmpd="sng" w="28575">
            <a:solidFill>
              <a:srgbClr val="0C28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82" name="Google Shape;382;p23"/>
          <p:cNvGrpSpPr/>
          <p:nvPr/>
        </p:nvGrpSpPr>
        <p:grpSpPr>
          <a:xfrm>
            <a:off x="438108" y="2981550"/>
            <a:ext cx="3908438" cy="1648673"/>
            <a:chOff x="2892971" y="3104798"/>
            <a:chExt cx="2775091" cy="1170600"/>
          </a:xfrm>
        </p:grpSpPr>
        <p:grpSp>
          <p:nvGrpSpPr>
            <p:cNvPr id="383" name="Google Shape;383;p23"/>
            <p:cNvGrpSpPr/>
            <p:nvPr/>
          </p:nvGrpSpPr>
          <p:grpSpPr>
            <a:xfrm>
              <a:off x="2892971" y="3104798"/>
              <a:ext cx="2775091" cy="1170600"/>
              <a:chOff x="416100" y="1107572"/>
              <a:chExt cx="1869000" cy="1170600"/>
            </a:xfrm>
          </p:grpSpPr>
          <p:sp>
            <p:nvSpPr>
              <p:cNvPr id="384" name="Google Shape;384;p23"/>
              <p:cNvSpPr/>
              <p:nvPr/>
            </p:nvSpPr>
            <p:spPr>
              <a:xfrm>
                <a:off x="416100" y="1107572"/>
                <a:ext cx="1869000" cy="1170600"/>
              </a:xfrm>
              <a:prstGeom prst="roundRect">
                <a:avLst>
                  <a:gd fmla="val 11221" name="adj"/>
                </a:avLst>
              </a:prstGeom>
              <a:solidFill>
                <a:srgbClr val="153750"/>
              </a:solidFill>
              <a:ln cap="flat" cmpd="sng" w="13425">
                <a:solidFill>
                  <a:srgbClr val="FEB941"/>
                </a:solidFill>
                <a:prstDash val="solid"/>
                <a:round/>
                <a:headEnd len="sm" w="sm" type="none"/>
                <a:tailEnd len="sm" w="sm" type="none"/>
              </a:ln>
            </p:spPr>
            <p:txBody>
              <a:bodyPr anchorCtr="0" anchor="ctr" bIns="128775" lIns="128775" spcFirstLastPara="1" rIns="128775" wrap="square" tIns="128775">
                <a:noAutofit/>
              </a:bodyPr>
              <a:lstStyle/>
              <a:p>
                <a:pPr indent="0" lvl="0" marL="0" rtl="0" algn="ctr">
                  <a:spcBef>
                    <a:spcPts val="0"/>
                  </a:spcBef>
                  <a:spcAft>
                    <a:spcPts val="0"/>
                  </a:spcAft>
                  <a:buNone/>
                </a:pPr>
                <a:r>
                  <a:t/>
                </a:r>
                <a:endParaRPr sz="1972"/>
              </a:p>
            </p:txBody>
          </p:sp>
          <p:sp>
            <p:nvSpPr>
              <p:cNvPr id="385" name="Google Shape;385;p23"/>
              <p:cNvSpPr txBox="1"/>
              <p:nvPr/>
            </p:nvSpPr>
            <p:spPr>
              <a:xfrm>
                <a:off x="418975" y="1652600"/>
                <a:ext cx="1866000" cy="382500"/>
              </a:xfrm>
              <a:prstGeom prst="rect">
                <a:avLst/>
              </a:prstGeom>
              <a:noFill/>
              <a:ln>
                <a:noFill/>
              </a:ln>
            </p:spPr>
            <p:txBody>
              <a:bodyPr anchorCtr="0" anchor="ctr" bIns="128775" lIns="128775" spcFirstLastPara="1" rIns="128775" wrap="square" tIns="128775">
                <a:noAutofit/>
              </a:bodyPr>
              <a:lstStyle/>
              <a:p>
                <a:pPr indent="0" lvl="0" marL="0" marR="0" rtl="0" algn="l">
                  <a:lnSpc>
                    <a:spcPct val="100000"/>
                  </a:lnSpc>
                  <a:spcBef>
                    <a:spcPts val="0"/>
                  </a:spcBef>
                  <a:spcAft>
                    <a:spcPts val="0"/>
                  </a:spcAft>
                  <a:buClr>
                    <a:srgbClr val="000000"/>
                  </a:buClr>
                  <a:buSzPts val="2113"/>
                  <a:buFont typeface="Arial"/>
                  <a:buNone/>
                </a:pPr>
                <a:r>
                  <a:t/>
                </a:r>
                <a:endParaRPr sz="1831">
                  <a:solidFill>
                    <a:srgbClr val="5A86AA"/>
                  </a:solidFill>
                  <a:latin typeface="Calibri"/>
                  <a:ea typeface="Calibri"/>
                  <a:cs typeface="Calibri"/>
                  <a:sym typeface="Calibri"/>
                </a:endParaRPr>
              </a:p>
            </p:txBody>
          </p:sp>
        </p:grpSp>
        <p:sp>
          <p:nvSpPr>
            <p:cNvPr id="386" name="Google Shape;386;p23"/>
            <p:cNvSpPr txBox="1"/>
            <p:nvPr/>
          </p:nvSpPr>
          <p:spPr>
            <a:xfrm>
              <a:off x="3271444" y="3250797"/>
              <a:ext cx="2013000" cy="342900"/>
            </a:xfrm>
            <a:prstGeom prst="rect">
              <a:avLst/>
            </a:prstGeom>
            <a:noFill/>
            <a:ln>
              <a:noFill/>
            </a:ln>
          </p:spPr>
          <p:txBody>
            <a:bodyPr anchorCtr="0" anchor="t" bIns="128775" lIns="128775" spcFirstLastPara="1" rIns="128775" wrap="square" tIns="128775">
              <a:noAutofit/>
            </a:bodyPr>
            <a:lstStyle/>
            <a:p>
              <a:pPr indent="0" lvl="0" marL="0" rtl="0" algn="ctr">
                <a:spcBef>
                  <a:spcPts val="0"/>
                </a:spcBef>
                <a:spcAft>
                  <a:spcPts val="0"/>
                </a:spcAft>
                <a:buNone/>
              </a:pPr>
              <a:r>
                <a:rPr lang="it" sz="2958">
                  <a:solidFill>
                    <a:srgbClr val="F6CE1D"/>
                  </a:solidFill>
                  <a:latin typeface="Cambria"/>
                  <a:ea typeface="Cambria"/>
                  <a:cs typeface="Cambria"/>
                  <a:sym typeface="Cambria"/>
                </a:rPr>
                <a:t>Current need</a:t>
              </a:r>
              <a:endParaRPr sz="2958">
                <a:solidFill>
                  <a:srgbClr val="F6CE1D"/>
                </a:solidFill>
                <a:latin typeface="Cambria"/>
                <a:ea typeface="Cambria"/>
                <a:cs typeface="Cambria"/>
                <a:sym typeface="Cambria"/>
              </a:endParaRPr>
            </a:p>
          </p:txBody>
        </p:sp>
        <p:sp>
          <p:nvSpPr>
            <p:cNvPr id="387" name="Google Shape;387;p23"/>
            <p:cNvSpPr txBox="1"/>
            <p:nvPr/>
          </p:nvSpPr>
          <p:spPr>
            <a:xfrm>
              <a:off x="3551912" y="3625030"/>
              <a:ext cx="1461300" cy="615900"/>
            </a:xfrm>
            <a:prstGeom prst="rect">
              <a:avLst/>
            </a:prstGeom>
            <a:noFill/>
            <a:ln>
              <a:noFill/>
            </a:ln>
          </p:spPr>
          <p:txBody>
            <a:bodyPr anchorCtr="0" anchor="t" bIns="128775" lIns="128775" spcFirstLastPara="1" rIns="128775" wrap="square" tIns="128775">
              <a:noAutofit/>
            </a:bodyPr>
            <a:lstStyle/>
            <a:p>
              <a:pPr indent="0" lvl="0" marL="0" rtl="0" algn="ctr">
                <a:spcBef>
                  <a:spcPts val="0"/>
                </a:spcBef>
                <a:spcAft>
                  <a:spcPts val="0"/>
                </a:spcAft>
                <a:buNone/>
              </a:pPr>
              <a:r>
                <a:rPr lang="it" sz="2817">
                  <a:solidFill>
                    <a:srgbClr val="F6CE1D"/>
                  </a:solidFill>
                  <a:latin typeface="Calibri"/>
                  <a:ea typeface="Calibri"/>
                  <a:cs typeface="Calibri"/>
                  <a:sym typeface="Calibri"/>
                </a:rPr>
                <a:t>€200K</a:t>
              </a:r>
              <a:endParaRPr sz="2817">
                <a:solidFill>
                  <a:srgbClr val="F6CE1D"/>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3B"/>
        </a:solidFill>
      </p:bgPr>
    </p:bg>
    <p:spTree>
      <p:nvGrpSpPr>
        <p:cNvPr id="392" name="Shape 392"/>
        <p:cNvGrpSpPr/>
        <p:nvPr/>
      </p:nvGrpSpPr>
      <p:grpSpPr>
        <a:xfrm>
          <a:off x="0" y="0"/>
          <a:ext cx="0" cy="0"/>
          <a:chOff x="0" y="0"/>
          <a:chExt cx="0" cy="0"/>
        </a:xfrm>
      </p:grpSpPr>
      <p:sp>
        <p:nvSpPr>
          <p:cNvPr id="393" name="Google Shape;393;p24"/>
          <p:cNvSpPr/>
          <p:nvPr/>
        </p:nvSpPr>
        <p:spPr>
          <a:xfrm>
            <a:off x="1715575" y="2312073"/>
            <a:ext cx="5664600" cy="437100"/>
          </a:xfrm>
          <a:prstGeom prst="rect">
            <a:avLst/>
          </a:prstGeom>
          <a:noFill/>
          <a:ln>
            <a:noFill/>
          </a:ln>
        </p:spPr>
        <p:txBody>
          <a:bodyPr anchorCtr="0" anchor="t" bIns="0" lIns="0" spcFirstLastPara="1" rIns="0" wrap="square" tIns="0">
            <a:noAutofit/>
          </a:bodyPr>
          <a:lstStyle/>
          <a:p>
            <a:pPr indent="0" lvl="0" marL="0" rtl="0" algn="ctr">
              <a:lnSpc>
                <a:spcPct val="140000"/>
              </a:lnSpc>
              <a:spcBef>
                <a:spcPts val="0"/>
              </a:spcBef>
              <a:spcAft>
                <a:spcPts val="0"/>
              </a:spcAft>
              <a:buClr>
                <a:srgbClr val="4699E6"/>
              </a:buClr>
              <a:buSzPts val="1950"/>
              <a:buFont typeface="Arial"/>
              <a:buNone/>
            </a:pPr>
            <a:r>
              <a:rPr b="1" lang="it" sz="2400">
                <a:solidFill>
                  <a:srgbClr val="4699E6"/>
                </a:solidFill>
                <a:latin typeface="Cambria"/>
                <a:ea typeface="Cambria"/>
                <a:cs typeface="Cambria"/>
                <a:sym typeface="Cambria"/>
              </a:rPr>
              <a:t>Easy, Fast, Safe</a:t>
            </a:r>
            <a:endParaRPr b="1" sz="2400">
              <a:solidFill>
                <a:srgbClr val="4699E6"/>
              </a:solidFill>
              <a:latin typeface="Cambria"/>
              <a:ea typeface="Cambria"/>
              <a:cs typeface="Cambria"/>
              <a:sym typeface="Cambria"/>
            </a:endParaRPr>
          </a:p>
        </p:txBody>
      </p:sp>
      <p:grpSp>
        <p:nvGrpSpPr>
          <p:cNvPr id="394" name="Google Shape;394;p24"/>
          <p:cNvGrpSpPr/>
          <p:nvPr/>
        </p:nvGrpSpPr>
        <p:grpSpPr>
          <a:xfrm>
            <a:off x="4971703" y="3223300"/>
            <a:ext cx="2432596" cy="1064716"/>
            <a:chOff x="3355703" y="3815482"/>
            <a:chExt cx="2432596" cy="1064716"/>
          </a:xfrm>
        </p:grpSpPr>
        <p:pic>
          <p:nvPicPr>
            <p:cNvPr descr="/tmp/rasterized-gradient-a868de1f.png" id="395" name="Google Shape;395;p24"/>
            <p:cNvPicPr preferRelativeResize="0"/>
            <p:nvPr/>
          </p:nvPicPr>
          <p:blipFill rotWithShape="1">
            <a:blip r:embed="rId3">
              <a:alphaModFix/>
            </a:blip>
            <a:srcRect b="0" l="0" r="0" t="0"/>
            <a:stretch/>
          </p:blipFill>
          <p:spPr>
            <a:xfrm>
              <a:off x="3355703" y="3815482"/>
              <a:ext cx="2432596" cy="1064716"/>
            </a:xfrm>
            <a:prstGeom prst="rect">
              <a:avLst/>
            </a:prstGeom>
            <a:noFill/>
            <a:ln>
              <a:noFill/>
            </a:ln>
          </p:spPr>
        </p:pic>
        <p:sp>
          <p:nvSpPr>
            <p:cNvPr id="396" name="Google Shape;396;p24"/>
            <p:cNvSpPr/>
            <p:nvPr/>
          </p:nvSpPr>
          <p:spPr>
            <a:xfrm>
              <a:off x="3817077" y="4063157"/>
              <a:ext cx="1509600" cy="173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ACD9FB"/>
                </a:buClr>
                <a:buSzPts val="975"/>
                <a:buFont typeface="Arial"/>
                <a:buNone/>
              </a:pPr>
              <a:r>
                <a:rPr i="0" lang="it" sz="1275" u="none" cap="none" strike="noStrike">
                  <a:solidFill>
                    <a:srgbClr val="ACD9FB"/>
                  </a:solidFill>
                  <a:latin typeface="Calibri"/>
                  <a:ea typeface="Calibri"/>
                  <a:cs typeface="Calibri"/>
                  <a:sym typeface="Calibri"/>
                </a:rPr>
                <a:t>Questions? Let's talk.</a:t>
              </a:r>
              <a:endParaRPr i="0" sz="1275" u="none" cap="none" strike="noStrike">
                <a:solidFill>
                  <a:schemeClr val="dk1"/>
                </a:solidFill>
                <a:latin typeface="Calibri"/>
                <a:ea typeface="Calibri"/>
                <a:cs typeface="Calibri"/>
                <a:sym typeface="Calibri"/>
              </a:endParaRPr>
            </a:p>
          </p:txBody>
        </p:sp>
        <p:sp>
          <p:nvSpPr>
            <p:cNvPr id="397" name="Google Shape;397;p24"/>
            <p:cNvSpPr/>
            <p:nvPr/>
          </p:nvSpPr>
          <p:spPr>
            <a:xfrm>
              <a:off x="3734850" y="4339550"/>
              <a:ext cx="1674300" cy="3201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AFDFF"/>
                </a:buClr>
                <a:buSzPts val="1800"/>
                <a:buFont typeface="Arial"/>
                <a:buNone/>
              </a:pPr>
              <a:r>
                <a:rPr i="0" lang="it" sz="2100" u="none" cap="none" strike="noStrike">
                  <a:solidFill>
                    <a:srgbClr val="FAFDFF"/>
                  </a:solidFill>
                  <a:latin typeface="Calibri"/>
                  <a:ea typeface="Calibri"/>
                  <a:cs typeface="Calibri"/>
                  <a:sym typeface="Calibri"/>
                </a:rPr>
                <a:t>info@fraido.it</a:t>
              </a:r>
              <a:endParaRPr i="0" sz="2100" u="none" cap="none" strike="noStrike">
                <a:solidFill>
                  <a:schemeClr val="dk1"/>
                </a:solidFill>
                <a:latin typeface="Calibri"/>
                <a:ea typeface="Calibri"/>
                <a:cs typeface="Calibri"/>
                <a:sym typeface="Calibri"/>
              </a:endParaRPr>
            </a:p>
          </p:txBody>
        </p:sp>
      </p:grpSp>
      <p:grpSp>
        <p:nvGrpSpPr>
          <p:cNvPr id="398" name="Google Shape;398;p24"/>
          <p:cNvGrpSpPr/>
          <p:nvPr/>
        </p:nvGrpSpPr>
        <p:grpSpPr>
          <a:xfrm>
            <a:off x="8380531" y="4799776"/>
            <a:ext cx="697341" cy="280251"/>
            <a:chOff x="2419725" y="609600"/>
            <a:chExt cx="2865000" cy="1151400"/>
          </a:xfrm>
        </p:grpSpPr>
        <p:sp>
          <p:nvSpPr>
            <p:cNvPr id="399" name="Google Shape;399;p24"/>
            <p:cNvSpPr/>
            <p:nvPr/>
          </p:nvSpPr>
          <p:spPr>
            <a:xfrm>
              <a:off x="2419725" y="609600"/>
              <a:ext cx="2865000" cy="1151400"/>
            </a:xfrm>
            <a:prstGeom prst="roundRect">
              <a:avLst>
                <a:gd fmla="val 16667" name="adj"/>
              </a:avLst>
            </a:prstGeom>
            <a:noFill/>
            <a:ln cap="flat" cmpd="sng" w="10550">
              <a:solidFill>
                <a:srgbClr val="3695EA"/>
              </a:solidFill>
              <a:prstDash val="solid"/>
              <a:round/>
              <a:headEnd len="sm" w="sm" type="none"/>
              <a:tailEnd len="sm" w="sm" type="none"/>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928"/>
                <a:buFont typeface="Arial"/>
                <a:buNone/>
              </a:pPr>
              <a:r>
                <a:t/>
              </a:r>
              <a:endParaRPr b="1" i="0" sz="928" u="none" cap="none" strike="noStrike">
                <a:solidFill>
                  <a:srgbClr val="3695EA"/>
                </a:solidFill>
                <a:latin typeface="Montserrat"/>
                <a:ea typeface="Montserrat"/>
                <a:cs typeface="Montserrat"/>
                <a:sym typeface="Montserrat"/>
              </a:endParaRPr>
            </a:p>
          </p:txBody>
        </p:sp>
        <p:sp>
          <p:nvSpPr>
            <p:cNvPr id="400" name="Google Shape;400;p24"/>
            <p:cNvSpPr txBox="1"/>
            <p:nvPr/>
          </p:nvSpPr>
          <p:spPr>
            <a:xfrm>
              <a:off x="2684325" y="785700"/>
              <a:ext cx="2335800" cy="799200"/>
            </a:xfrm>
            <a:prstGeom prst="rect">
              <a:avLst/>
            </a:prstGeom>
            <a:noFill/>
            <a:ln>
              <a:noFill/>
            </a:ln>
          </p:spPr>
          <p:txBody>
            <a:bodyPr anchorCtr="0" anchor="ctr" bIns="12675" lIns="12675" spcFirstLastPara="1" rIns="12675" wrap="square" tIns="12675">
              <a:noAutofit/>
            </a:bodyPr>
            <a:lstStyle/>
            <a:p>
              <a:pPr indent="0" lvl="0" marL="0" marR="0" rtl="0" algn="ctr">
                <a:lnSpc>
                  <a:spcPct val="100000"/>
                </a:lnSpc>
                <a:spcBef>
                  <a:spcPts val="0"/>
                </a:spcBef>
                <a:spcAft>
                  <a:spcPts val="0"/>
                </a:spcAft>
                <a:buClr>
                  <a:srgbClr val="000000"/>
                </a:buClr>
                <a:buSzPts val="1136"/>
                <a:buFont typeface="Arial"/>
                <a:buNone/>
              </a:pPr>
              <a:r>
                <a:rPr b="1" i="0" lang="it" sz="1136" u="none" cap="none" strike="noStrike">
                  <a:solidFill>
                    <a:srgbClr val="3695EA"/>
                  </a:solidFill>
                  <a:latin typeface="Montserrat"/>
                  <a:ea typeface="Montserrat"/>
                  <a:cs typeface="Montserrat"/>
                  <a:sym typeface="Montserrat"/>
                </a:rPr>
                <a:t>Fraido</a:t>
              </a:r>
              <a:endParaRPr b="1" i="0" sz="1136" u="none" cap="none" strike="noStrike">
                <a:solidFill>
                  <a:srgbClr val="3695EA"/>
                </a:solidFill>
                <a:latin typeface="Montserrat"/>
                <a:ea typeface="Montserrat"/>
                <a:cs typeface="Montserrat"/>
                <a:sym typeface="Montserrat"/>
              </a:endParaRPr>
            </a:p>
          </p:txBody>
        </p:sp>
      </p:grpSp>
      <p:sp>
        <p:nvSpPr>
          <p:cNvPr id="401" name="Google Shape;401;p24"/>
          <p:cNvSpPr/>
          <p:nvPr/>
        </p:nvSpPr>
        <p:spPr>
          <a:xfrm>
            <a:off x="96466" y="4983600"/>
            <a:ext cx="2622600" cy="15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66AFEF"/>
              </a:buClr>
              <a:buSzPts val="900"/>
              <a:buFont typeface="Arial"/>
              <a:buNone/>
            </a:pPr>
            <a:r>
              <a:rPr lang="it" sz="900">
                <a:solidFill>
                  <a:srgbClr val="66AFEF"/>
                </a:solidFill>
              </a:rPr>
              <a:t>© Fraido • July 2026 •  All rights reserved</a:t>
            </a:r>
            <a:endParaRPr sz="900">
              <a:solidFill>
                <a:srgbClr val="66AFEF"/>
              </a:solidFill>
            </a:endParaRPr>
          </a:p>
        </p:txBody>
      </p:sp>
      <p:grpSp>
        <p:nvGrpSpPr>
          <p:cNvPr id="402" name="Google Shape;402;p24"/>
          <p:cNvGrpSpPr/>
          <p:nvPr/>
        </p:nvGrpSpPr>
        <p:grpSpPr>
          <a:xfrm>
            <a:off x="1682653" y="3223300"/>
            <a:ext cx="2432596" cy="1064716"/>
            <a:chOff x="3355703" y="3815482"/>
            <a:chExt cx="2432596" cy="1064716"/>
          </a:xfrm>
        </p:grpSpPr>
        <p:pic>
          <p:nvPicPr>
            <p:cNvPr descr="/tmp/rasterized-gradient-a868de1f.png" id="403" name="Google Shape;403;p24"/>
            <p:cNvPicPr preferRelativeResize="0"/>
            <p:nvPr/>
          </p:nvPicPr>
          <p:blipFill rotWithShape="1">
            <a:blip r:embed="rId3">
              <a:alphaModFix/>
            </a:blip>
            <a:srcRect b="0" l="0" r="0" t="0"/>
            <a:stretch/>
          </p:blipFill>
          <p:spPr>
            <a:xfrm>
              <a:off x="3355703" y="3815482"/>
              <a:ext cx="2432596" cy="1064716"/>
            </a:xfrm>
            <a:prstGeom prst="rect">
              <a:avLst/>
            </a:prstGeom>
            <a:noFill/>
            <a:ln>
              <a:noFill/>
            </a:ln>
          </p:spPr>
        </p:pic>
        <p:sp>
          <p:nvSpPr>
            <p:cNvPr id="404" name="Google Shape;404;p24"/>
            <p:cNvSpPr/>
            <p:nvPr/>
          </p:nvSpPr>
          <p:spPr>
            <a:xfrm>
              <a:off x="3817077" y="4063157"/>
              <a:ext cx="1509600" cy="173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ACD9FB"/>
                </a:buClr>
                <a:buSzPts val="975"/>
                <a:buFont typeface="Arial"/>
                <a:buNone/>
              </a:pPr>
              <a:r>
                <a:rPr i="0" lang="it" sz="1275" u="none" cap="none" strike="noStrike">
                  <a:solidFill>
                    <a:srgbClr val="ACD9FB"/>
                  </a:solidFill>
                  <a:latin typeface="Calibri"/>
                  <a:ea typeface="Calibri"/>
                  <a:cs typeface="Calibri"/>
                  <a:sym typeface="Calibri"/>
                </a:rPr>
                <a:t>Curious? Have a look.</a:t>
              </a:r>
              <a:endParaRPr i="0" sz="1275" u="none" cap="none" strike="noStrike">
                <a:solidFill>
                  <a:schemeClr val="dk1"/>
                </a:solidFill>
                <a:latin typeface="Calibri"/>
                <a:ea typeface="Calibri"/>
                <a:cs typeface="Calibri"/>
                <a:sym typeface="Calibri"/>
              </a:endParaRPr>
            </a:p>
          </p:txBody>
        </p:sp>
        <p:sp>
          <p:nvSpPr>
            <p:cNvPr id="405" name="Google Shape;405;p24"/>
            <p:cNvSpPr/>
            <p:nvPr/>
          </p:nvSpPr>
          <p:spPr>
            <a:xfrm>
              <a:off x="3734850" y="4339550"/>
              <a:ext cx="1674300" cy="3201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AFDFF"/>
                </a:buClr>
                <a:buSzPts val="1800"/>
                <a:buFont typeface="Arial"/>
                <a:buNone/>
              </a:pPr>
              <a:r>
                <a:rPr i="0" lang="it" sz="2100" u="none" cap="none" strike="noStrike">
                  <a:solidFill>
                    <a:srgbClr val="FAFDFF"/>
                  </a:solidFill>
                  <a:latin typeface="Calibri"/>
                  <a:ea typeface="Calibri"/>
                  <a:cs typeface="Calibri"/>
                  <a:sym typeface="Calibri"/>
                </a:rPr>
                <a:t>www.fraido.it</a:t>
              </a:r>
              <a:endParaRPr i="0" sz="2100" u="none" cap="none" strike="noStrike">
                <a:solidFill>
                  <a:schemeClr val="dk1"/>
                </a:solidFill>
                <a:latin typeface="Calibri"/>
                <a:ea typeface="Calibri"/>
                <a:cs typeface="Calibri"/>
                <a:sym typeface="Calibri"/>
              </a:endParaRPr>
            </a:p>
          </p:txBody>
        </p:sp>
      </p:grpSp>
      <p:grpSp>
        <p:nvGrpSpPr>
          <p:cNvPr id="406" name="Google Shape;406;p24"/>
          <p:cNvGrpSpPr/>
          <p:nvPr/>
        </p:nvGrpSpPr>
        <p:grpSpPr>
          <a:xfrm>
            <a:off x="2725639" y="468781"/>
            <a:ext cx="3692699" cy="1484155"/>
            <a:chOff x="2419725" y="609600"/>
            <a:chExt cx="2865000" cy="1151400"/>
          </a:xfrm>
        </p:grpSpPr>
        <p:sp>
          <p:nvSpPr>
            <p:cNvPr id="407" name="Google Shape;407;p24"/>
            <p:cNvSpPr/>
            <p:nvPr/>
          </p:nvSpPr>
          <p:spPr>
            <a:xfrm>
              <a:off x="2419725" y="609600"/>
              <a:ext cx="2865000" cy="1151400"/>
            </a:xfrm>
            <a:prstGeom prst="roundRect">
              <a:avLst>
                <a:gd fmla="val 16667" name="adj"/>
              </a:avLst>
            </a:prstGeom>
            <a:noFill/>
            <a:ln cap="flat" cmpd="sng" w="55875">
              <a:solidFill>
                <a:schemeClr val="lt1"/>
              </a:solidFill>
              <a:prstDash val="solid"/>
              <a:round/>
              <a:headEnd len="sm" w="sm" type="none"/>
              <a:tailEnd len="sm" w="sm" type="none"/>
            </a:ln>
          </p:spPr>
          <p:txBody>
            <a:bodyPr anchorCtr="0" anchor="ctr" bIns="67125" lIns="67125" spcFirstLastPara="1" rIns="67125" wrap="square" tIns="67125">
              <a:noAutofit/>
            </a:bodyPr>
            <a:lstStyle/>
            <a:p>
              <a:pPr indent="0" lvl="0" marL="0" marR="0" rtl="0" algn="ctr">
                <a:lnSpc>
                  <a:spcPct val="100000"/>
                </a:lnSpc>
                <a:spcBef>
                  <a:spcPts val="0"/>
                </a:spcBef>
                <a:spcAft>
                  <a:spcPts val="0"/>
                </a:spcAft>
                <a:buClr>
                  <a:srgbClr val="000000"/>
                </a:buClr>
                <a:buSzPts val="4916"/>
                <a:buFont typeface="Arial"/>
                <a:buNone/>
              </a:pPr>
              <a:r>
                <a:t/>
              </a:r>
              <a:endParaRPr b="1" i="0" sz="4915" u="none" cap="none" strike="noStrike">
                <a:solidFill>
                  <a:schemeClr val="lt1"/>
                </a:solidFill>
                <a:highlight>
                  <a:schemeClr val="lt1"/>
                </a:highlight>
                <a:latin typeface="Montserrat"/>
                <a:ea typeface="Montserrat"/>
                <a:cs typeface="Montserrat"/>
                <a:sym typeface="Montserrat"/>
              </a:endParaRPr>
            </a:p>
          </p:txBody>
        </p:sp>
        <p:sp>
          <p:nvSpPr>
            <p:cNvPr id="408" name="Google Shape;408;p24"/>
            <p:cNvSpPr txBox="1"/>
            <p:nvPr/>
          </p:nvSpPr>
          <p:spPr>
            <a:xfrm>
              <a:off x="2684325" y="785700"/>
              <a:ext cx="2335800" cy="799200"/>
            </a:xfrm>
            <a:prstGeom prst="rect">
              <a:avLst/>
            </a:prstGeom>
            <a:noFill/>
            <a:ln>
              <a:noFill/>
            </a:ln>
          </p:spPr>
          <p:txBody>
            <a:bodyPr anchorCtr="0" anchor="ctr" bIns="67125" lIns="67125" spcFirstLastPara="1" rIns="67125" wrap="square" tIns="67125">
              <a:noAutofit/>
            </a:bodyPr>
            <a:lstStyle/>
            <a:p>
              <a:pPr indent="0" lvl="0" marL="0" marR="0" rtl="0" algn="ctr">
                <a:lnSpc>
                  <a:spcPct val="100000"/>
                </a:lnSpc>
                <a:spcBef>
                  <a:spcPts val="0"/>
                </a:spcBef>
                <a:spcAft>
                  <a:spcPts val="0"/>
                </a:spcAft>
                <a:buClr>
                  <a:srgbClr val="000000"/>
                </a:buClr>
                <a:buSzPts val="6017"/>
                <a:buFont typeface="Arial"/>
                <a:buNone/>
              </a:pPr>
              <a:r>
                <a:rPr b="1" i="0" lang="it" sz="6016" u="none" cap="none" strike="noStrike">
                  <a:solidFill>
                    <a:schemeClr val="lt1"/>
                  </a:solidFill>
                  <a:latin typeface="Montserrat"/>
                  <a:ea typeface="Montserrat"/>
                  <a:cs typeface="Montserrat"/>
                  <a:sym typeface="Montserrat"/>
                </a:rPr>
                <a:t>Fraido</a:t>
              </a:r>
              <a:endParaRPr b="1" i="0" sz="6016" u="none" cap="none" strike="noStrike">
                <a:solidFill>
                  <a:schemeClr val="lt1"/>
                </a:solidFill>
                <a:latin typeface="Montserrat"/>
                <a:ea typeface="Montserrat"/>
                <a:cs typeface="Montserrat"/>
                <a:sym typeface="Montserrat"/>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